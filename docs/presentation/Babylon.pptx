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id lines"/>
          <p:cNvGrpSpPr/>
          <p:nvPr/>
        </p:nvGrpSpPr>
        <p:grpSpPr>
          <a:xfrm>
            <a:off x="457200" y="914400"/>
            <a:ext cx="11277295" cy="3291840"/>
            <a:chOff x="457200" y="914400"/>
            <a:chExt cx="11277295" cy="3291840"/>
          </a:xfrm>
        </p:grpSpPr>
        <p:cxnSp>
          <p:nvCxnSpPr>
            <p:cNvPr id="3" name="Connector 2"/>
            <p:cNvCxnSpPr/>
            <p:nvPr/>
          </p:nvCxnSpPr>
          <p:spPr>
            <a:xfrm>
              <a:off x="4572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9144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13716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18288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22860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27432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32004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36576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1148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5720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50292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54864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59436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4008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8580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73152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77724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82296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86868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91440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6012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100584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05156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109728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1430000" y="914400"/>
              <a:ext cx="0" cy="329184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57200" y="914400"/>
              <a:ext cx="11277295" cy="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57200" y="1371600"/>
              <a:ext cx="11277295" cy="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57200" y="1828800"/>
              <a:ext cx="11277295" cy="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57200" y="2286000"/>
              <a:ext cx="11277295" cy="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457200" y="2743200"/>
              <a:ext cx="11277295" cy="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457200" y="3200400"/>
              <a:ext cx="11277295" cy="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457200" y="3657600"/>
              <a:ext cx="11277295" cy="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57200" y="4114800"/>
              <a:ext cx="11277295" cy="0"/>
            </a:xfrm>
            <a:prstGeom prst="line">
              <a:avLst/>
            </a:prstGeom>
            <a:ln w="6350">
              <a:solidFill>
                <a:srgbClr val="CBDAEA">
                  <a:alpha val="4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Label pill"/>
          <p:cNvSpPr/>
          <p:nvPr/>
        </p:nvSpPr>
        <p:spPr>
          <a:xfrm>
            <a:off x="457200" y="292608"/>
            <a:ext cx="353872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Civic issue reporting  ·  Bangladesh</a:t>
            </a:r>
          </a:p>
        </p:txBody>
      </p:sp>
      <p:sp>
        <p:nvSpPr>
          <p:cNvPr id="37" name="Label pill"/>
          <p:cNvSpPr/>
          <p:nvPr/>
        </p:nvSpPr>
        <p:spPr>
          <a:xfrm>
            <a:off x="7848295" y="292608"/>
            <a:ext cx="38862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Meheri  ·  Joyti  ·  Farhana  ·  Riktika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REPORT  ·  FIX  ·  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868680"/>
            <a:ext cx="92656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C3E57"/>
                </a:solidFill>
                <a:latin typeface="Figtree"/>
              </a:rPr>
              <a:t>Babylon lets citizens drop a pin to report a pothole, overflowing bins or a broken street light, then follow it until it is fixed. Departments work their queue, and an admin checks every fix against its photo.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1463040"/>
            <a:ext cx="1118585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6500" b="0" spc="-150">
                <a:solidFill>
                  <a:srgbClr val="101C2E"/>
                </a:solidFill>
                <a:latin typeface="Bricolage Grotesque ExtraBold"/>
              </a:rPr>
              <a:t>BABYLON</a:t>
            </a:r>
          </a:p>
        </p:txBody>
      </p:sp>
      <p:grpSp>
        <p:nvGrpSpPr>
          <p:cNvPr id="41" name="Location pin"/>
          <p:cNvGrpSpPr/>
          <p:nvPr/>
        </p:nvGrpSpPr>
        <p:grpSpPr>
          <a:xfrm>
            <a:off x="5924147" y="3794760"/>
            <a:ext cx="340658" cy="457200"/>
            <a:chOff x="5924147" y="3794760"/>
            <a:chExt cx="340658" cy="457200"/>
          </a:xfrm>
        </p:grpSpPr>
        <p:sp>
          <p:nvSpPr>
            <p:cNvPr id="42" name="Freeform 41"/>
            <p:cNvSpPr/>
            <p:nvPr/>
          </p:nvSpPr>
          <p:spPr>
            <a:xfrm>
              <a:off x="5924147" y="3794760"/>
              <a:ext cx="340658" cy="457200"/>
            </a:xfrm>
            <a:custGeom>
              <a:avLst/>
              <a:gdLst/>
              <a:ahLst/>
              <a:cxnLst/>
              <a:rect l="l" t="t" r="r" b="b"/>
              <a:pathLst>
                <a:path w="340658" h="457200">
                  <a:moveTo>
                    <a:pt x="0" y="170329"/>
                  </a:moveTo>
                  <a:lnTo>
                    <a:pt x="2587" y="140752"/>
                  </a:lnTo>
                  <a:lnTo>
                    <a:pt x="10272" y="112073"/>
                  </a:lnTo>
                  <a:lnTo>
                    <a:pt x="22819" y="85165"/>
                  </a:lnTo>
                  <a:lnTo>
                    <a:pt x="39849" y="60844"/>
                  </a:lnTo>
                  <a:lnTo>
                    <a:pt x="60843" y="39850"/>
                  </a:lnTo>
                  <a:lnTo>
                    <a:pt x="85164" y="22820"/>
                  </a:lnTo>
                  <a:lnTo>
                    <a:pt x="112073" y="10272"/>
                  </a:lnTo>
                  <a:lnTo>
                    <a:pt x="140752" y="2588"/>
                  </a:lnTo>
                  <a:lnTo>
                    <a:pt x="170329" y="0"/>
                  </a:lnTo>
                  <a:lnTo>
                    <a:pt x="199906" y="2588"/>
                  </a:lnTo>
                  <a:lnTo>
                    <a:pt x="228585" y="10272"/>
                  </a:lnTo>
                  <a:lnTo>
                    <a:pt x="255494" y="22820"/>
                  </a:lnTo>
                  <a:lnTo>
                    <a:pt x="279815" y="39850"/>
                  </a:lnTo>
                  <a:lnTo>
                    <a:pt x="300809" y="60844"/>
                  </a:lnTo>
                  <a:lnTo>
                    <a:pt x="317839" y="85165"/>
                  </a:lnTo>
                  <a:lnTo>
                    <a:pt x="330386" y="112073"/>
                  </a:lnTo>
                  <a:lnTo>
                    <a:pt x="338071" y="140752"/>
                  </a:lnTo>
                  <a:lnTo>
                    <a:pt x="340658" y="170329"/>
                  </a:lnTo>
                  <a:lnTo>
                    <a:pt x="340658" y="206188"/>
                  </a:lnTo>
                  <a:lnTo>
                    <a:pt x="277905" y="322729"/>
                  </a:lnTo>
                  <a:lnTo>
                    <a:pt x="170329" y="457200"/>
                  </a:lnTo>
                  <a:lnTo>
                    <a:pt x="62753" y="322729"/>
                  </a:lnTo>
                  <a:lnTo>
                    <a:pt x="0" y="206188"/>
                  </a:lnTo>
                  <a:close/>
                </a:path>
              </a:pathLst>
            </a:custGeom>
            <a:solidFill>
              <a:srgbClr val="0B6B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6004829" y="3848548"/>
              <a:ext cx="179294" cy="179294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44" name="Buriganga river band"/>
          <p:cNvGrpSpPr/>
          <p:nvPr/>
        </p:nvGrpSpPr>
        <p:grpSpPr>
          <a:xfrm>
            <a:off x="0" y="6583680"/>
            <a:ext cx="12191695" cy="274320"/>
            <a:chOff x="0" y="6583680"/>
            <a:chExt cx="12191695" cy="274320"/>
          </a:xfrm>
        </p:grpSpPr>
        <p:sp>
          <p:nvSpPr>
            <p:cNvPr id="45" name="Rectangle 44"/>
            <p:cNvSpPr/>
            <p:nvPr/>
          </p:nvSpPr>
          <p:spPr>
            <a:xfrm>
              <a:off x="0" y="6583680"/>
              <a:ext cx="12191695" cy="274320"/>
            </a:xfrm>
            <a:prstGeom prst="rect">
              <a:avLst/>
            </a:pr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46" name="Connector 45"/>
            <p:cNvCxnSpPr/>
            <p:nvPr/>
          </p:nvCxnSpPr>
          <p:spPr>
            <a:xfrm>
              <a:off x="2692401" y="6726502"/>
              <a:ext cx="704047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6551685" y="6736934"/>
              <a:ext cx="425680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321747" y="6764041"/>
              <a:ext cx="602913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>
              <a:off x="2654082" y="6784290"/>
              <a:ext cx="795769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9004014" y="6717813"/>
              <a:ext cx="950124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>
              <a:off x="1771247" y="6738104"/>
              <a:ext cx="1159501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5700231" y="6751724"/>
              <a:ext cx="979699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858141" y="6753898"/>
              <a:ext cx="906262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3359981" y="6660802"/>
              <a:ext cx="1157198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5168386" y="6748853"/>
              <a:ext cx="1169346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7713929" y="6774747"/>
              <a:ext cx="726915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8629084" y="6713751"/>
              <a:ext cx="1221260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9451210" y="6669308"/>
              <a:ext cx="490090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2471176" y="6780429"/>
              <a:ext cx="764586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" name="Freeform 60"/>
            <p:cNvSpPr/>
            <p:nvPr/>
          </p:nvSpPr>
          <p:spPr>
            <a:xfrm>
              <a:off x="0" y="5389245"/>
              <a:ext cx="347550" cy="1194435"/>
            </a:xfrm>
            <a:custGeom>
              <a:avLst/>
              <a:gdLst/>
              <a:ahLst/>
              <a:cxnLst/>
              <a:rect l="l" t="t" r="r" b="b"/>
              <a:pathLst>
                <a:path w="347550" h="1194435">
                  <a:moveTo>
                    <a:pt x="0" y="1194435"/>
                  </a:moveTo>
                  <a:lnTo>
                    <a:pt x="0" y="0"/>
                  </a:lnTo>
                  <a:lnTo>
                    <a:pt x="347550" y="0"/>
                  </a:lnTo>
                  <a:lnTo>
                    <a:pt x="347550" y="119443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Freeform 61"/>
            <p:cNvSpPr/>
            <p:nvPr/>
          </p:nvSpPr>
          <p:spPr>
            <a:xfrm>
              <a:off x="384134" y="4488180"/>
              <a:ext cx="274382" cy="2095500"/>
            </a:xfrm>
            <a:custGeom>
              <a:avLst/>
              <a:gdLst/>
              <a:ahLst/>
              <a:cxnLst/>
              <a:rect l="l" t="t" r="r" b="b"/>
              <a:pathLst>
                <a:path w="274382" h="2095500">
                  <a:moveTo>
                    <a:pt x="0" y="2095500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209550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reeform 62"/>
            <p:cNvSpPr/>
            <p:nvPr/>
          </p:nvSpPr>
          <p:spPr>
            <a:xfrm>
              <a:off x="740831" y="5514975"/>
              <a:ext cx="420718" cy="1068705"/>
            </a:xfrm>
            <a:custGeom>
              <a:avLst/>
              <a:gdLst/>
              <a:ahLst/>
              <a:cxnLst/>
              <a:rect l="l" t="t" r="r" b="b"/>
              <a:pathLst>
                <a:path w="420718" h="1068705">
                  <a:moveTo>
                    <a:pt x="0" y="1068705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106870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1225572" y="5473065"/>
              <a:ext cx="265235" cy="1110615"/>
            </a:xfrm>
            <a:custGeom>
              <a:avLst/>
              <a:gdLst/>
              <a:ahLst/>
              <a:cxnLst/>
              <a:rect l="l" t="t" r="r" b="b"/>
              <a:pathLst>
                <a:path w="265235" h="1110615">
                  <a:moveTo>
                    <a:pt x="0" y="1110615"/>
                  </a:moveTo>
                  <a:lnTo>
                    <a:pt x="0" y="0"/>
                  </a:lnTo>
                  <a:lnTo>
                    <a:pt x="265235" y="0"/>
                  </a:lnTo>
                  <a:lnTo>
                    <a:pt x="265235" y="111061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1536538" y="5473065"/>
              <a:ext cx="320112" cy="1110615"/>
            </a:xfrm>
            <a:custGeom>
              <a:avLst/>
              <a:gdLst/>
              <a:ahLst/>
              <a:cxnLst/>
              <a:rect l="l" t="t" r="r" b="b"/>
              <a:pathLst>
                <a:path w="320112" h="1110615">
                  <a:moveTo>
                    <a:pt x="0" y="1110615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111061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1893234" y="5431155"/>
              <a:ext cx="420719" cy="1152525"/>
            </a:xfrm>
            <a:custGeom>
              <a:avLst/>
              <a:gdLst/>
              <a:ahLst/>
              <a:cxnLst/>
              <a:rect l="l" t="t" r="r" b="b"/>
              <a:pathLst>
                <a:path w="420719" h="1152525">
                  <a:moveTo>
                    <a:pt x="0" y="1152525"/>
                  </a:moveTo>
                  <a:lnTo>
                    <a:pt x="0" y="0"/>
                  </a:lnTo>
                  <a:lnTo>
                    <a:pt x="420719" y="0"/>
                  </a:lnTo>
                  <a:lnTo>
                    <a:pt x="420719" y="115252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2441997" y="4812982"/>
              <a:ext cx="439011" cy="1770698"/>
            </a:xfrm>
            <a:custGeom>
              <a:avLst/>
              <a:gdLst/>
              <a:ahLst/>
              <a:cxnLst/>
              <a:rect l="l" t="t" r="r" b="b"/>
              <a:pathLst>
                <a:path w="439011" h="1770698">
                  <a:moveTo>
                    <a:pt x="0" y="1770698"/>
                  </a:moveTo>
                  <a:lnTo>
                    <a:pt x="0" y="0"/>
                  </a:lnTo>
                  <a:lnTo>
                    <a:pt x="439011" y="0"/>
                  </a:lnTo>
                  <a:lnTo>
                    <a:pt x="439011" y="177069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2999907" y="5064442"/>
              <a:ext cx="420719" cy="1519238"/>
            </a:xfrm>
            <a:custGeom>
              <a:avLst/>
              <a:gdLst/>
              <a:ahLst/>
              <a:cxnLst/>
              <a:rect l="l" t="t" r="r" b="b"/>
              <a:pathLst>
                <a:path w="420719" h="1519238">
                  <a:moveTo>
                    <a:pt x="0" y="1519238"/>
                  </a:moveTo>
                  <a:lnTo>
                    <a:pt x="0" y="0"/>
                  </a:lnTo>
                  <a:lnTo>
                    <a:pt x="420719" y="0"/>
                  </a:lnTo>
                  <a:lnTo>
                    <a:pt x="420719" y="151923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3168194" y="4875848"/>
              <a:ext cx="63108" cy="1707832"/>
            </a:xfrm>
            <a:custGeom>
              <a:avLst/>
              <a:gdLst/>
              <a:ahLst/>
              <a:cxnLst/>
              <a:rect l="l" t="t" r="r" b="b"/>
              <a:pathLst>
                <a:path w="63108" h="1707832">
                  <a:moveTo>
                    <a:pt x="0" y="1707832"/>
                  </a:moveTo>
                  <a:lnTo>
                    <a:pt x="0" y="0"/>
                  </a:lnTo>
                  <a:lnTo>
                    <a:pt x="63108" y="0"/>
                  </a:lnTo>
                  <a:lnTo>
                    <a:pt x="63108" y="170783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3484648" y="4844415"/>
              <a:ext cx="265236" cy="1739265"/>
            </a:xfrm>
            <a:custGeom>
              <a:avLst/>
              <a:gdLst/>
              <a:ahLst/>
              <a:cxnLst/>
              <a:rect l="l" t="t" r="r" b="b"/>
              <a:pathLst>
                <a:path w="265236" h="1739265">
                  <a:moveTo>
                    <a:pt x="0" y="1739265"/>
                  </a:moveTo>
                  <a:lnTo>
                    <a:pt x="0" y="0"/>
                  </a:lnTo>
                  <a:lnTo>
                    <a:pt x="265236" y="0"/>
                  </a:lnTo>
                  <a:lnTo>
                    <a:pt x="265236" y="173926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3823052" y="5399722"/>
              <a:ext cx="374989" cy="1183958"/>
            </a:xfrm>
            <a:custGeom>
              <a:avLst/>
              <a:gdLst/>
              <a:ahLst/>
              <a:cxnLst/>
              <a:rect l="l" t="t" r="r" b="b"/>
              <a:pathLst>
                <a:path w="374989" h="1183958">
                  <a:moveTo>
                    <a:pt x="0" y="1183958"/>
                  </a:moveTo>
                  <a:lnTo>
                    <a:pt x="0" y="0"/>
                  </a:lnTo>
                  <a:lnTo>
                    <a:pt x="374989" y="0"/>
                  </a:lnTo>
                  <a:lnTo>
                    <a:pt x="374989" y="118395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4316939" y="4844415"/>
              <a:ext cx="338404" cy="1739265"/>
            </a:xfrm>
            <a:custGeom>
              <a:avLst/>
              <a:gdLst/>
              <a:ahLst/>
              <a:cxnLst/>
              <a:rect l="l" t="t" r="r" b="b"/>
              <a:pathLst>
                <a:path w="338404" h="1739265">
                  <a:moveTo>
                    <a:pt x="0" y="1739265"/>
                  </a:moveTo>
                  <a:lnTo>
                    <a:pt x="0" y="0"/>
                  </a:lnTo>
                  <a:lnTo>
                    <a:pt x="338404" y="0"/>
                  </a:lnTo>
                  <a:lnTo>
                    <a:pt x="338404" y="173926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Freeform 72"/>
            <p:cNvSpPr/>
            <p:nvPr/>
          </p:nvSpPr>
          <p:spPr>
            <a:xfrm>
              <a:off x="4710220" y="4812982"/>
              <a:ext cx="283528" cy="1770698"/>
            </a:xfrm>
            <a:custGeom>
              <a:avLst/>
              <a:gdLst/>
              <a:ahLst/>
              <a:cxnLst/>
              <a:rect l="l" t="t" r="r" b="b"/>
              <a:pathLst>
                <a:path w="283528" h="1770698">
                  <a:moveTo>
                    <a:pt x="0" y="1770698"/>
                  </a:moveTo>
                  <a:lnTo>
                    <a:pt x="0" y="0"/>
                  </a:lnTo>
                  <a:lnTo>
                    <a:pt x="283528" y="0"/>
                  </a:lnTo>
                  <a:lnTo>
                    <a:pt x="283528" y="177069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5057770" y="5462588"/>
              <a:ext cx="356696" cy="1121092"/>
            </a:xfrm>
            <a:custGeom>
              <a:avLst/>
              <a:gdLst/>
              <a:ahLst/>
              <a:cxnLst/>
              <a:rect l="l" t="t" r="r" b="b"/>
              <a:pathLst>
                <a:path w="356696" h="1121092">
                  <a:moveTo>
                    <a:pt x="0" y="1121092"/>
                  </a:moveTo>
                  <a:lnTo>
                    <a:pt x="0" y="0"/>
                  </a:lnTo>
                  <a:lnTo>
                    <a:pt x="356696" y="0"/>
                  </a:lnTo>
                  <a:lnTo>
                    <a:pt x="356696" y="112109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Freeform 74"/>
            <p:cNvSpPr/>
            <p:nvPr/>
          </p:nvSpPr>
          <p:spPr>
            <a:xfrm>
              <a:off x="5460197" y="5514975"/>
              <a:ext cx="420718" cy="1068705"/>
            </a:xfrm>
            <a:custGeom>
              <a:avLst/>
              <a:gdLst/>
              <a:ahLst/>
              <a:cxnLst/>
              <a:rect l="l" t="t" r="r" b="b"/>
              <a:pathLst>
                <a:path w="420718" h="1068705">
                  <a:moveTo>
                    <a:pt x="0" y="1068705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106870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5981522" y="4875848"/>
              <a:ext cx="448157" cy="1707832"/>
            </a:xfrm>
            <a:custGeom>
              <a:avLst/>
              <a:gdLst/>
              <a:ahLst/>
              <a:cxnLst/>
              <a:rect l="l" t="t" r="r" b="b"/>
              <a:pathLst>
                <a:path w="448157" h="1707832">
                  <a:moveTo>
                    <a:pt x="0" y="1707832"/>
                  </a:moveTo>
                  <a:lnTo>
                    <a:pt x="0" y="0"/>
                  </a:lnTo>
                  <a:lnTo>
                    <a:pt x="448157" y="0"/>
                  </a:lnTo>
                  <a:lnTo>
                    <a:pt x="448157" y="170783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6511993" y="4812982"/>
              <a:ext cx="384135" cy="1770698"/>
            </a:xfrm>
            <a:custGeom>
              <a:avLst/>
              <a:gdLst/>
              <a:ahLst/>
              <a:cxnLst/>
              <a:rect l="l" t="t" r="r" b="b"/>
              <a:pathLst>
                <a:path w="384135" h="1770698">
                  <a:moveTo>
                    <a:pt x="0" y="1770698"/>
                  </a:moveTo>
                  <a:lnTo>
                    <a:pt x="0" y="0"/>
                  </a:lnTo>
                  <a:lnTo>
                    <a:pt x="384135" y="0"/>
                  </a:lnTo>
                  <a:lnTo>
                    <a:pt x="384135" y="177069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6978442" y="5263515"/>
              <a:ext cx="338404" cy="1320165"/>
            </a:xfrm>
            <a:custGeom>
              <a:avLst/>
              <a:gdLst/>
              <a:ahLst/>
              <a:cxnLst/>
              <a:rect l="l" t="t" r="r" b="b"/>
              <a:pathLst>
                <a:path w="338404" h="1320165">
                  <a:moveTo>
                    <a:pt x="0" y="1320165"/>
                  </a:moveTo>
                  <a:lnTo>
                    <a:pt x="0" y="0"/>
                  </a:lnTo>
                  <a:lnTo>
                    <a:pt x="338404" y="0"/>
                  </a:lnTo>
                  <a:lnTo>
                    <a:pt x="338404" y="132016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7380869" y="4823460"/>
              <a:ext cx="274381" cy="1760220"/>
            </a:xfrm>
            <a:custGeom>
              <a:avLst/>
              <a:gdLst/>
              <a:ahLst/>
              <a:cxnLst/>
              <a:rect l="l" t="t" r="r" b="b"/>
              <a:pathLst>
                <a:path w="274381" h="1760220">
                  <a:moveTo>
                    <a:pt x="0" y="1760220"/>
                  </a:moveTo>
                  <a:lnTo>
                    <a:pt x="0" y="0"/>
                  </a:lnTo>
                  <a:lnTo>
                    <a:pt x="274381" y="0"/>
                  </a:lnTo>
                  <a:lnTo>
                    <a:pt x="274381" y="176022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7755857" y="4613910"/>
              <a:ext cx="347550" cy="1969770"/>
            </a:xfrm>
            <a:custGeom>
              <a:avLst/>
              <a:gdLst/>
              <a:ahLst/>
              <a:cxnLst/>
              <a:rect l="l" t="t" r="r" b="b"/>
              <a:pathLst>
                <a:path w="347550" h="1969770">
                  <a:moveTo>
                    <a:pt x="0" y="1969770"/>
                  </a:moveTo>
                  <a:lnTo>
                    <a:pt x="0" y="0"/>
                  </a:lnTo>
                  <a:lnTo>
                    <a:pt x="347550" y="0"/>
                  </a:lnTo>
                  <a:lnTo>
                    <a:pt x="347550" y="196977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8222306" y="5431155"/>
              <a:ext cx="274382" cy="1152525"/>
            </a:xfrm>
            <a:custGeom>
              <a:avLst/>
              <a:gdLst/>
              <a:ahLst/>
              <a:cxnLst/>
              <a:rect l="l" t="t" r="r" b="b"/>
              <a:pathLst>
                <a:path w="274382" h="1152525">
                  <a:moveTo>
                    <a:pt x="0" y="1152525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115252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8551564" y="5137785"/>
              <a:ext cx="475595" cy="1445895"/>
            </a:xfrm>
            <a:custGeom>
              <a:avLst/>
              <a:gdLst/>
              <a:ahLst/>
              <a:cxnLst/>
              <a:rect l="l" t="t" r="r" b="b"/>
              <a:pathLst>
                <a:path w="475595" h="1445895">
                  <a:moveTo>
                    <a:pt x="0" y="1445895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144589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8741802" y="4949190"/>
              <a:ext cx="71339" cy="1634490"/>
            </a:xfrm>
            <a:custGeom>
              <a:avLst/>
              <a:gdLst/>
              <a:ahLst/>
              <a:cxnLst/>
              <a:rect l="l" t="t" r="r" b="b"/>
              <a:pathLst>
                <a:path w="71339" h="1634490">
                  <a:moveTo>
                    <a:pt x="0" y="1634490"/>
                  </a:moveTo>
                  <a:lnTo>
                    <a:pt x="0" y="0"/>
                  </a:lnTo>
                  <a:lnTo>
                    <a:pt x="71339" y="0"/>
                  </a:lnTo>
                  <a:lnTo>
                    <a:pt x="71339" y="163449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9127766" y="5535930"/>
              <a:ext cx="374988" cy="1047750"/>
            </a:xfrm>
            <a:custGeom>
              <a:avLst/>
              <a:gdLst/>
              <a:ahLst/>
              <a:cxnLst/>
              <a:rect l="l" t="t" r="r" b="b"/>
              <a:pathLst>
                <a:path w="374988" h="1047750">
                  <a:moveTo>
                    <a:pt x="0" y="1047750"/>
                  </a:moveTo>
                  <a:lnTo>
                    <a:pt x="0" y="0"/>
                  </a:lnTo>
                  <a:lnTo>
                    <a:pt x="374988" y="0"/>
                  </a:lnTo>
                  <a:lnTo>
                    <a:pt x="374988" y="104775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9548484" y="4844415"/>
              <a:ext cx="475595" cy="1739265"/>
            </a:xfrm>
            <a:custGeom>
              <a:avLst/>
              <a:gdLst/>
              <a:ahLst/>
              <a:cxnLst/>
              <a:rect l="l" t="t" r="r" b="b"/>
              <a:pathLst>
                <a:path w="475595" h="1739265">
                  <a:moveTo>
                    <a:pt x="0" y="1739265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173926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10106394" y="4666298"/>
              <a:ext cx="347550" cy="1917382"/>
            </a:xfrm>
            <a:custGeom>
              <a:avLst/>
              <a:gdLst/>
              <a:ahLst/>
              <a:cxnLst/>
              <a:rect l="l" t="t" r="r" b="b"/>
              <a:pathLst>
                <a:path w="347550" h="1917382">
                  <a:moveTo>
                    <a:pt x="0" y="1917382"/>
                  </a:moveTo>
                  <a:lnTo>
                    <a:pt x="0" y="0"/>
                  </a:lnTo>
                  <a:lnTo>
                    <a:pt x="347550" y="0"/>
                  </a:lnTo>
                  <a:lnTo>
                    <a:pt x="347550" y="191738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Freeform 86"/>
            <p:cNvSpPr/>
            <p:nvPr/>
          </p:nvSpPr>
          <p:spPr>
            <a:xfrm>
              <a:off x="10554551" y="4519613"/>
              <a:ext cx="420718" cy="2064067"/>
            </a:xfrm>
            <a:custGeom>
              <a:avLst/>
              <a:gdLst/>
              <a:ahLst/>
              <a:cxnLst/>
              <a:rect l="l" t="t" r="r" b="b"/>
              <a:pathLst>
                <a:path w="420718" h="2064067">
                  <a:moveTo>
                    <a:pt x="0" y="2064067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2064067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11021000" y="4959668"/>
              <a:ext cx="329258" cy="1624012"/>
            </a:xfrm>
            <a:custGeom>
              <a:avLst/>
              <a:gdLst/>
              <a:ahLst/>
              <a:cxnLst/>
              <a:rect l="l" t="t" r="r" b="b"/>
              <a:pathLst>
                <a:path w="329258" h="1624012">
                  <a:moveTo>
                    <a:pt x="0" y="1624012"/>
                  </a:moveTo>
                  <a:lnTo>
                    <a:pt x="0" y="0"/>
                  </a:lnTo>
                  <a:lnTo>
                    <a:pt x="329258" y="0"/>
                  </a:lnTo>
                  <a:lnTo>
                    <a:pt x="329258" y="162401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Freeform 88"/>
            <p:cNvSpPr/>
            <p:nvPr/>
          </p:nvSpPr>
          <p:spPr>
            <a:xfrm>
              <a:off x="11395988" y="4613910"/>
              <a:ext cx="265236" cy="1969770"/>
            </a:xfrm>
            <a:custGeom>
              <a:avLst/>
              <a:gdLst/>
              <a:ahLst/>
              <a:cxnLst/>
              <a:rect l="l" t="t" r="r" b="b"/>
              <a:pathLst>
                <a:path w="265236" h="1969770">
                  <a:moveTo>
                    <a:pt x="0" y="1969770"/>
                  </a:moveTo>
                  <a:lnTo>
                    <a:pt x="0" y="0"/>
                  </a:lnTo>
                  <a:lnTo>
                    <a:pt x="265236" y="0"/>
                  </a:lnTo>
                  <a:lnTo>
                    <a:pt x="265236" y="196977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11789269" y="4676775"/>
              <a:ext cx="420718" cy="1906905"/>
            </a:xfrm>
            <a:custGeom>
              <a:avLst/>
              <a:gdLst/>
              <a:ahLst/>
              <a:cxnLst/>
              <a:rect l="l" t="t" r="r" b="b"/>
              <a:pathLst>
                <a:path w="420718" h="1906905">
                  <a:moveTo>
                    <a:pt x="0" y="1906905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190690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91461" y="5336858"/>
              <a:ext cx="475595" cy="1246822"/>
            </a:xfrm>
            <a:custGeom>
              <a:avLst/>
              <a:gdLst/>
              <a:ahLst/>
              <a:cxnLst/>
              <a:rect l="l" t="t" r="r" b="b"/>
              <a:pathLst>
                <a:path w="475595" h="1246822">
                  <a:moveTo>
                    <a:pt x="0" y="1246822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124682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759123" y="5232083"/>
              <a:ext cx="274382" cy="1351597"/>
            </a:xfrm>
            <a:custGeom>
              <a:avLst/>
              <a:gdLst/>
              <a:ahLst/>
              <a:cxnLst/>
              <a:rect l="l" t="t" r="r" b="b"/>
              <a:pathLst>
                <a:path w="274382" h="1351597">
                  <a:moveTo>
                    <a:pt x="0" y="1351597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1351597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813999" y="5095875"/>
              <a:ext cx="164629" cy="1487805"/>
            </a:xfrm>
            <a:custGeom>
              <a:avLst/>
              <a:gdLst/>
              <a:ahLst/>
              <a:cxnLst/>
              <a:rect l="l" t="t" r="r" b="b"/>
              <a:pathLst>
                <a:path w="164629" h="1487805">
                  <a:moveTo>
                    <a:pt x="0" y="1487805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148780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262156" y="5567362"/>
              <a:ext cx="283528" cy="1016318"/>
            </a:xfrm>
            <a:custGeom>
              <a:avLst/>
              <a:gdLst/>
              <a:ahLst/>
              <a:cxnLst/>
              <a:rect l="l" t="t" r="r" b="b"/>
              <a:pathLst>
                <a:path w="283528" h="1016318">
                  <a:moveTo>
                    <a:pt x="0" y="1016318"/>
                  </a:moveTo>
                  <a:lnTo>
                    <a:pt x="0" y="0"/>
                  </a:lnTo>
                  <a:lnTo>
                    <a:pt x="283528" y="0"/>
                  </a:lnTo>
                  <a:lnTo>
                    <a:pt x="283528" y="101631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673729" y="5525452"/>
              <a:ext cx="484741" cy="1058228"/>
            </a:xfrm>
            <a:custGeom>
              <a:avLst/>
              <a:gdLst/>
              <a:ahLst/>
              <a:cxnLst/>
              <a:rect l="l" t="t" r="r" b="b"/>
              <a:pathLst>
                <a:path w="484741" h="1058228">
                  <a:moveTo>
                    <a:pt x="0" y="1058228"/>
                  </a:moveTo>
                  <a:lnTo>
                    <a:pt x="0" y="0"/>
                  </a:lnTo>
                  <a:lnTo>
                    <a:pt x="484741" y="0"/>
                  </a:lnTo>
                  <a:lnTo>
                    <a:pt x="484741" y="105822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1770677" y="5263515"/>
              <a:ext cx="290844" cy="1320165"/>
            </a:xfrm>
            <a:custGeom>
              <a:avLst/>
              <a:gdLst/>
              <a:ahLst/>
              <a:cxnLst/>
              <a:rect l="l" t="t" r="r" b="b"/>
              <a:pathLst>
                <a:path w="290844" h="1320165">
                  <a:moveTo>
                    <a:pt x="0" y="1320165"/>
                  </a:moveTo>
                  <a:lnTo>
                    <a:pt x="0" y="0"/>
                  </a:lnTo>
                  <a:lnTo>
                    <a:pt x="290844" y="0"/>
                  </a:lnTo>
                  <a:lnTo>
                    <a:pt x="290844" y="132016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2268222" y="5253038"/>
              <a:ext cx="320112" cy="1330642"/>
            </a:xfrm>
            <a:custGeom>
              <a:avLst/>
              <a:gdLst/>
              <a:ahLst/>
              <a:cxnLst/>
              <a:rect l="l" t="t" r="r" b="b"/>
              <a:pathLst>
                <a:path w="320112" h="1330642">
                  <a:moveTo>
                    <a:pt x="0" y="1330642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133064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2332245" y="5064442"/>
              <a:ext cx="192067" cy="1519238"/>
            </a:xfrm>
            <a:custGeom>
              <a:avLst/>
              <a:gdLst/>
              <a:ahLst/>
              <a:cxnLst/>
              <a:rect l="l" t="t" r="r" b="b"/>
              <a:pathLst>
                <a:path w="192067" h="1519238">
                  <a:moveTo>
                    <a:pt x="0" y="1519238"/>
                  </a:moveTo>
                  <a:lnTo>
                    <a:pt x="0" y="0"/>
                  </a:lnTo>
                  <a:lnTo>
                    <a:pt x="192067" y="0"/>
                  </a:lnTo>
                  <a:lnTo>
                    <a:pt x="192067" y="151923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Freeform 98"/>
            <p:cNvSpPr/>
            <p:nvPr/>
          </p:nvSpPr>
          <p:spPr>
            <a:xfrm>
              <a:off x="2716379" y="5273992"/>
              <a:ext cx="512179" cy="1309688"/>
            </a:xfrm>
            <a:custGeom>
              <a:avLst/>
              <a:gdLst/>
              <a:ahLst/>
              <a:cxnLst/>
              <a:rect l="l" t="t" r="r" b="b"/>
              <a:pathLst>
                <a:path w="512179" h="1309688">
                  <a:moveTo>
                    <a:pt x="0" y="1309688"/>
                  </a:moveTo>
                  <a:lnTo>
                    <a:pt x="0" y="0"/>
                  </a:lnTo>
                  <a:lnTo>
                    <a:pt x="512179" y="0"/>
                  </a:lnTo>
                  <a:lnTo>
                    <a:pt x="512179" y="130968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3393187" y="5294948"/>
              <a:ext cx="475595" cy="1288732"/>
            </a:xfrm>
            <a:custGeom>
              <a:avLst/>
              <a:gdLst/>
              <a:ahLst/>
              <a:cxnLst/>
              <a:rect l="l" t="t" r="r" b="b"/>
              <a:pathLst>
                <a:path w="475595" h="1288732">
                  <a:moveTo>
                    <a:pt x="0" y="1288732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128873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4069996" y="5546408"/>
              <a:ext cx="548763" cy="1037272"/>
            </a:xfrm>
            <a:custGeom>
              <a:avLst/>
              <a:gdLst/>
              <a:ahLst/>
              <a:cxnLst/>
              <a:rect l="l" t="t" r="r" b="b"/>
              <a:pathLst>
                <a:path w="548763" h="1037272">
                  <a:moveTo>
                    <a:pt x="0" y="1037272"/>
                  </a:moveTo>
                  <a:lnTo>
                    <a:pt x="0" y="0"/>
                  </a:lnTo>
                  <a:lnTo>
                    <a:pt x="548763" y="0"/>
                  </a:lnTo>
                  <a:lnTo>
                    <a:pt x="548763" y="103727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4179748" y="5389245"/>
              <a:ext cx="329259" cy="1194435"/>
            </a:xfrm>
            <a:custGeom>
              <a:avLst/>
              <a:gdLst/>
              <a:ahLst/>
              <a:cxnLst/>
              <a:rect l="l" t="t" r="r" b="b"/>
              <a:pathLst>
                <a:path w="329259" h="1194435">
                  <a:moveTo>
                    <a:pt x="0" y="1194435"/>
                  </a:moveTo>
                  <a:lnTo>
                    <a:pt x="0" y="0"/>
                  </a:lnTo>
                  <a:lnTo>
                    <a:pt x="329259" y="0"/>
                  </a:lnTo>
                  <a:lnTo>
                    <a:pt x="329259" y="119443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859543" y="5357812"/>
              <a:ext cx="429865" cy="1225868"/>
            </a:xfrm>
            <a:custGeom>
              <a:avLst/>
              <a:gdLst/>
              <a:ahLst/>
              <a:cxnLst/>
              <a:rect l="l" t="t" r="r" b="b"/>
              <a:pathLst>
                <a:path w="429865" h="1225868">
                  <a:moveTo>
                    <a:pt x="0" y="1225868"/>
                  </a:moveTo>
                  <a:lnTo>
                    <a:pt x="0" y="0"/>
                  </a:lnTo>
                  <a:lnTo>
                    <a:pt x="429865" y="0"/>
                  </a:lnTo>
                  <a:lnTo>
                    <a:pt x="429865" y="122586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8496688" y="5022532"/>
              <a:ext cx="548763" cy="1561148"/>
            </a:xfrm>
            <a:custGeom>
              <a:avLst/>
              <a:gdLst/>
              <a:ahLst/>
              <a:cxnLst/>
              <a:rect l="l" t="t" r="r" b="b"/>
              <a:pathLst>
                <a:path w="548763" h="1561148">
                  <a:moveTo>
                    <a:pt x="0" y="1561148"/>
                  </a:moveTo>
                  <a:lnTo>
                    <a:pt x="0" y="0"/>
                  </a:lnTo>
                  <a:lnTo>
                    <a:pt x="548763" y="0"/>
                  </a:lnTo>
                  <a:lnTo>
                    <a:pt x="548763" y="156114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9146058" y="5106353"/>
              <a:ext cx="402426" cy="1477327"/>
            </a:xfrm>
            <a:custGeom>
              <a:avLst/>
              <a:gdLst/>
              <a:ahLst/>
              <a:cxnLst/>
              <a:rect l="l" t="t" r="r" b="b"/>
              <a:pathLst>
                <a:path w="402426" h="1477327">
                  <a:moveTo>
                    <a:pt x="0" y="1477327"/>
                  </a:moveTo>
                  <a:lnTo>
                    <a:pt x="0" y="0"/>
                  </a:lnTo>
                  <a:lnTo>
                    <a:pt x="402426" y="0"/>
                  </a:lnTo>
                  <a:lnTo>
                    <a:pt x="402426" y="1477327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9226543" y="4875848"/>
              <a:ext cx="241456" cy="1707832"/>
            </a:xfrm>
            <a:custGeom>
              <a:avLst/>
              <a:gdLst/>
              <a:ahLst/>
              <a:cxnLst/>
              <a:rect l="l" t="t" r="r" b="b"/>
              <a:pathLst>
                <a:path w="241456" h="1707832">
                  <a:moveTo>
                    <a:pt x="0" y="1707832"/>
                  </a:moveTo>
                  <a:lnTo>
                    <a:pt x="0" y="0"/>
                  </a:lnTo>
                  <a:lnTo>
                    <a:pt x="241456" y="0"/>
                  </a:lnTo>
                  <a:lnTo>
                    <a:pt x="241456" y="170783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9749698" y="5211128"/>
              <a:ext cx="301820" cy="1372552"/>
            </a:xfrm>
            <a:custGeom>
              <a:avLst/>
              <a:gdLst/>
              <a:ahLst/>
              <a:cxnLst/>
              <a:rect l="l" t="t" r="r" b="b"/>
              <a:pathLst>
                <a:path w="301820" h="1372552">
                  <a:moveTo>
                    <a:pt x="0" y="1372552"/>
                  </a:moveTo>
                  <a:lnTo>
                    <a:pt x="0" y="0"/>
                  </a:lnTo>
                  <a:lnTo>
                    <a:pt x="301820" y="0"/>
                  </a:lnTo>
                  <a:lnTo>
                    <a:pt x="301820" y="137255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152124" y="5766435"/>
              <a:ext cx="329258" cy="817245"/>
            </a:xfrm>
            <a:custGeom>
              <a:avLst/>
              <a:gdLst/>
              <a:ahLst/>
              <a:cxnLst/>
              <a:rect l="l" t="t" r="r" b="b"/>
              <a:pathLst>
                <a:path w="329258" h="817245">
                  <a:moveTo>
                    <a:pt x="0" y="817245"/>
                  </a:moveTo>
                  <a:lnTo>
                    <a:pt x="0" y="0"/>
                  </a:lnTo>
                  <a:lnTo>
                    <a:pt x="329258" y="0"/>
                  </a:lnTo>
                  <a:lnTo>
                    <a:pt x="329258" y="81724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700888" y="5703570"/>
              <a:ext cx="320112" cy="880110"/>
            </a:xfrm>
            <a:custGeom>
              <a:avLst/>
              <a:gdLst/>
              <a:ahLst/>
              <a:cxnLst/>
              <a:rect l="l" t="t" r="r" b="b"/>
              <a:pathLst>
                <a:path w="320112" h="880110">
                  <a:moveTo>
                    <a:pt x="0" y="880110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880110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764910" y="5588318"/>
              <a:ext cx="192067" cy="995362"/>
            </a:xfrm>
            <a:custGeom>
              <a:avLst/>
              <a:gdLst/>
              <a:ahLst/>
              <a:cxnLst/>
              <a:rect l="l" t="t" r="r" b="b"/>
              <a:pathLst>
                <a:path w="192067" h="995362">
                  <a:moveTo>
                    <a:pt x="0" y="995362"/>
                  </a:moveTo>
                  <a:lnTo>
                    <a:pt x="0" y="0"/>
                  </a:lnTo>
                  <a:lnTo>
                    <a:pt x="192067" y="0"/>
                  </a:lnTo>
                  <a:lnTo>
                    <a:pt x="192067" y="99536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1139899" y="5095875"/>
              <a:ext cx="274381" cy="1487805"/>
            </a:xfrm>
            <a:custGeom>
              <a:avLst/>
              <a:gdLst/>
              <a:ahLst/>
              <a:cxnLst/>
              <a:rect l="l" t="t" r="r" b="b"/>
              <a:pathLst>
                <a:path w="274381" h="1487805">
                  <a:moveTo>
                    <a:pt x="0" y="1487805"/>
                  </a:moveTo>
                  <a:lnTo>
                    <a:pt x="0" y="0"/>
                  </a:lnTo>
                  <a:lnTo>
                    <a:pt x="274381" y="0"/>
                  </a:lnTo>
                  <a:lnTo>
                    <a:pt x="274381" y="148780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1194775" y="4959668"/>
              <a:ext cx="164629" cy="1624012"/>
            </a:xfrm>
            <a:custGeom>
              <a:avLst/>
              <a:gdLst/>
              <a:ahLst/>
              <a:cxnLst/>
              <a:rect l="l" t="t" r="r" b="b"/>
              <a:pathLst>
                <a:path w="164629" h="1624012">
                  <a:moveTo>
                    <a:pt x="0" y="1624012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162401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1606347" y="5818822"/>
              <a:ext cx="448157" cy="764858"/>
            </a:xfrm>
            <a:custGeom>
              <a:avLst/>
              <a:gdLst/>
              <a:ahLst/>
              <a:cxnLst/>
              <a:rect l="l" t="t" r="r" b="b"/>
              <a:pathLst>
                <a:path w="448157" h="764858">
                  <a:moveTo>
                    <a:pt x="0" y="764858"/>
                  </a:moveTo>
                  <a:lnTo>
                    <a:pt x="0" y="0"/>
                  </a:lnTo>
                  <a:lnTo>
                    <a:pt x="448157" y="0"/>
                  </a:lnTo>
                  <a:lnTo>
                    <a:pt x="448157" y="76485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1695979" y="5651182"/>
              <a:ext cx="268894" cy="932498"/>
            </a:xfrm>
            <a:custGeom>
              <a:avLst/>
              <a:gdLst/>
              <a:ahLst/>
              <a:cxnLst/>
              <a:rect l="l" t="t" r="r" b="b"/>
              <a:pathLst>
                <a:path w="268894" h="932498">
                  <a:moveTo>
                    <a:pt x="0" y="932498"/>
                  </a:moveTo>
                  <a:lnTo>
                    <a:pt x="0" y="0"/>
                  </a:lnTo>
                  <a:lnTo>
                    <a:pt x="268894" y="0"/>
                  </a:lnTo>
                  <a:lnTo>
                    <a:pt x="268894" y="93249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7170509" y="4865370"/>
              <a:ext cx="841438" cy="963930"/>
            </a:xfrm>
            <a:custGeom>
              <a:avLst/>
              <a:gdLst/>
              <a:ahLst/>
              <a:cxnLst/>
              <a:rect l="l" t="t" r="r" b="b"/>
              <a:pathLst>
                <a:path w="841438" h="963930">
                  <a:moveTo>
                    <a:pt x="841438" y="481965"/>
                  </a:moveTo>
                  <a:lnTo>
                    <a:pt x="833354" y="387938"/>
                  </a:lnTo>
                  <a:lnTo>
                    <a:pt x="809412" y="297525"/>
                  </a:lnTo>
                  <a:lnTo>
                    <a:pt x="770534" y="214200"/>
                  </a:lnTo>
                  <a:lnTo>
                    <a:pt x="718212" y="141164"/>
                  </a:lnTo>
                  <a:lnTo>
                    <a:pt x="654458" y="81226"/>
                  </a:lnTo>
                  <a:lnTo>
                    <a:pt x="581721" y="36687"/>
                  </a:lnTo>
                  <a:lnTo>
                    <a:pt x="502797" y="9261"/>
                  </a:lnTo>
                  <a:lnTo>
                    <a:pt x="420719" y="0"/>
                  </a:lnTo>
                  <a:lnTo>
                    <a:pt x="338641" y="9261"/>
                  </a:lnTo>
                  <a:lnTo>
                    <a:pt x="259717" y="36687"/>
                  </a:lnTo>
                  <a:lnTo>
                    <a:pt x="186980" y="81226"/>
                  </a:lnTo>
                  <a:lnTo>
                    <a:pt x="123226" y="141164"/>
                  </a:lnTo>
                  <a:lnTo>
                    <a:pt x="70904" y="214200"/>
                  </a:lnTo>
                  <a:lnTo>
                    <a:pt x="32026" y="297525"/>
                  </a:lnTo>
                  <a:lnTo>
                    <a:pt x="8084" y="387938"/>
                  </a:lnTo>
                  <a:lnTo>
                    <a:pt x="0" y="481965"/>
                  </a:lnTo>
                  <a:lnTo>
                    <a:pt x="8084" y="575992"/>
                  </a:lnTo>
                  <a:lnTo>
                    <a:pt x="32026" y="666405"/>
                  </a:lnTo>
                  <a:lnTo>
                    <a:pt x="70904" y="749730"/>
                  </a:lnTo>
                  <a:lnTo>
                    <a:pt x="123226" y="822766"/>
                  </a:lnTo>
                  <a:lnTo>
                    <a:pt x="186980" y="882704"/>
                  </a:lnTo>
                  <a:lnTo>
                    <a:pt x="259717" y="927243"/>
                  </a:lnTo>
                  <a:lnTo>
                    <a:pt x="338641" y="954669"/>
                  </a:lnTo>
                  <a:lnTo>
                    <a:pt x="420719" y="963930"/>
                  </a:lnTo>
                  <a:lnTo>
                    <a:pt x="502797" y="954669"/>
                  </a:lnTo>
                  <a:lnTo>
                    <a:pt x="581721" y="927243"/>
                  </a:lnTo>
                  <a:lnTo>
                    <a:pt x="654458" y="882704"/>
                  </a:lnTo>
                  <a:lnTo>
                    <a:pt x="718212" y="822766"/>
                  </a:lnTo>
                  <a:lnTo>
                    <a:pt x="770534" y="749730"/>
                  </a:lnTo>
                  <a:lnTo>
                    <a:pt x="809412" y="666405"/>
                  </a:lnTo>
                  <a:lnTo>
                    <a:pt x="833354" y="575992"/>
                  </a:lnTo>
                  <a:close/>
                </a:path>
              </a:pathLst>
            </a:cu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274382" y="6038850"/>
              <a:ext cx="2469435" cy="544830"/>
            </a:xfrm>
            <a:custGeom>
              <a:avLst/>
              <a:gdLst/>
              <a:ahLst/>
              <a:cxnLst/>
              <a:rect l="l" t="t" r="r" b="b"/>
              <a:pathLst>
                <a:path w="2469435" h="544830">
                  <a:moveTo>
                    <a:pt x="0" y="544830"/>
                  </a:moveTo>
                  <a:lnTo>
                    <a:pt x="0" y="0"/>
                  </a:lnTo>
                  <a:lnTo>
                    <a:pt x="2469435" y="0"/>
                  </a:lnTo>
                  <a:lnTo>
                    <a:pt x="2469435" y="54483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365842" y="5975985"/>
              <a:ext cx="2286515" cy="607695"/>
            </a:xfrm>
            <a:custGeom>
              <a:avLst/>
              <a:gdLst/>
              <a:ahLst/>
              <a:cxnLst/>
              <a:rect l="l" t="t" r="r" b="b"/>
              <a:pathLst>
                <a:path w="2286515" h="607695">
                  <a:moveTo>
                    <a:pt x="0" y="607695"/>
                  </a:moveTo>
                  <a:lnTo>
                    <a:pt x="0" y="0"/>
                  </a:lnTo>
                  <a:lnTo>
                    <a:pt x="2286515" y="0"/>
                  </a:lnTo>
                  <a:lnTo>
                    <a:pt x="2286515" y="60769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207280" y="5682615"/>
              <a:ext cx="695100" cy="901065"/>
            </a:xfrm>
            <a:custGeom>
              <a:avLst/>
              <a:gdLst/>
              <a:ahLst/>
              <a:cxnLst/>
              <a:rect l="l" t="t" r="r" b="b"/>
              <a:pathLst>
                <a:path w="695100" h="901065">
                  <a:moveTo>
                    <a:pt x="0" y="901065"/>
                  </a:moveTo>
                  <a:lnTo>
                    <a:pt x="0" y="0"/>
                  </a:lnTo>
                  <a:lnTo>
                    <a:pt x="695100" y="0"/>
                  </a:lnTo>
                  <a:lnTo>
                    <a:pt x="695100" y="90106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371909" y="5494020"/>
              <a:ext cx="365842" cy="1089660"/>
            </a:xfrm>
            <a:custGeom>
              <a:avLst/>
              <a:gdLst/>
              <a:ahLst/>
              <a:cxnLst/>
              <a:rect l="l" t="t" r="r" b="b"/>
              <a:pathLst>
                <a:path w="365842" h="1089660">
                  <a:moveTo>
                    <a:pt x="0" y="1089660"/>
                  </a:moveTo>
                  <a:lnTo>
                    <a:pt x="0" y="0"/>
                  </a:lnTo>
                  <a:lnTo>
                    <a:pt x="365842" y="0"/>
                  </a:lnTo>
                  <a:lnTo>
                    <a:pt x="365842" y="108966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378128" y="5074920"/>
              <a:ext cx="353404" cy="419100"/>
            </a:xfrm>
            <a:custGeom>
              <a:avLst/>
              <a:gdLst/>
              <a:ahLst/>
              <a:cxnLst/>
              <a:rect l="l" t="t" r="r" b="b"/>
              <a:pathLst>
                <a:path w="353404" h="419100">
                  <a:moveTo>
                    <a:pt x="0" y="419100"/>
                  </a:moveTo>
                  <a:lnTo>
                    <a:pt x="111039" y="419100"/>
                  </a:lnTo>
                  <a:lnTo>
                    <a:pt x="74449" y="380124"/>
                  </a:lnTo>
                  <a:lnTo>
                    <a:pt x="47638" y="346367"/>
                  </a:lnTo>
                  <a:lnTo>
                    <a:pt x="30994" y="314336"/>
                  </a:lnTo>
                  <a:lnTo>
                    <a:pt x="24278" y="283376"/>
                  </a:lnTo>
                  <a:lnTo>
                    <a:pt x="26669" y="253189"/>
                  </a:lnTo>
                  <a:lnTo>
                    <a:pt x="36847" y="223604"/>
                  </a:lnTo>
                  <a:lnTo>
                    <a:pt x="53089" y="194510"/>
                  </a:lnTo>
                  <a:lnTo>
                    <a:pt x="73399" y="165830"/>
                  </a:lnTo>
                  <a:lnTo>
                    <a:pt x="95638" y="137508"/>
                  </a:lnTo>
                  <a:lnTo>
                    <a:pt x="117670" y="109499"/>
                  </a:lnTo>
                  <a:lnTo>
                    <a:pt x="137495" y="81769"/>
                  </a:lnTo>
                  <a:lnTo>
                    <a:pt x="153373" y="54291"/>
                  </a:lnTo>
                  <a:lnTo>
                    <a:pt x="163941" y="27041"/>
                  </a:lnTo>
                  <a:lnTo>
                    <a:pt x="168287" y="0"/>
                  </a:lnTo>
                  <a:lnTo>
                    <a:pt x="185116" y="0"/>
                  </a:lnTo>
                  <a:lnTo>
                    <a:pt x="189463" y="27041"/>
                  </a:lnTo>
                  <a:lnTo>
                    <a:pt x="200030" y="54291"/>
                  </a:lnTo>
                  <a:lnTo>
                    <a:pt x="215909" y="81769"/>
                  </a:lnTo>
                  <a:lnTo>
                    <a:pt x="235733" y="109499"/>
                  </a:lnTo>
                  <a:lnTo>
                    <a:pt x="257766" y="137508"/>
                  </a:lnTo>
                  <a:lnTo>
                    <a:pt x="280005" y="165830"/>
                  </a:lnTo>
                  <a:lnTo>
                    <a:pt x="300315" y="194510"/>
                  </a:lnTo>
                  <a:lnTo>
                    <a:pt x="316557" y="223604"/>
                  </a:lnTo>
                  <a:lnTo>
                    <a:pt x="326734" y="253189"/>
                  </a:lnTo>
                  <a:lnTo>
                    <a:pt x="329126" y="283376"/>
                  </a:lnTo>
                  <a:lnTo>
                    <a:pt x="322410" y="314336"/>
                  </a:lnTo>
                  <a:lnTo>
                    <a:pt x="305766" y="346367"/>
                  </a:lnTo>
                  <a:lnTo>
                    <a:pt x="278955" y="380124"/>
                  </a:lnTo>
                  <a:lnTo>
                    <a:pt x="242364" y="419100"/>
                  </a:lnTo>
                  <a:lnTo>
                    <a:pt x="353404" y="41910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541111" y="4949190"/>
              <a:ext cx="27438" cy="167640"/>
            </a:xfrm>
            <a:custGeom>
              <a:avLst/>
              <a:gdLst/>
              <a:ahLst/>
              <a:cxnLst/>
              <a:rect l="l" t="t" r="r" b="b"/>
              <a:pathLst>
                <a:path w="27438" h="167640">
                  <a:moveTo>
                    <a:pt x="0" y="167640"/>
                  </a:moveTo>
                  <a:lnTo>
                    <a:pt x="0" y="0"/>
                  </a:lnTo>
                  <a:lnTo>
                    <a:pt x="27438" y="0"/>
                  </a:lnTo>
                  <a:lnTo>
                    <a:pt x="27438" y="16764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439011" y="6269355"/>
              <a:ext cx="109752" cy="230505"/>
            </a:xfrm>
            <a:custGeom>
              <a:avLst/>
              <a:gdLst/>
              <a:ahLst/>
              <a:cxnLst/>
              <a:rect l="l" t="t" r="r" b="b"/>
              <a:pathLst>
                <a:path w="109752" h="230505">
                  <a:moveTo>
                    <a:pt x="0" y="230505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0" y="25914"/>
                  </a:lnTo>
                  <a:lnTo>
                    <a:pt x="22621" y="12006"/>
                  </a:lnTo>
                  <a:lnTo>
                    <a:pt x="37918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2" y="25914"/>
                  </a:lnTo>
                  <a:lnTo>
                    <a:pt x="107067" y="43439"/>
                  </a:lnTo>
                  <a:lnTo>
                    <a:pt x="109752" y="62865"/>
                  </a:lnTo>
                  <a:lnTo>
                    <a:pt x="109752" y="23050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439011" y="6080760"/>
              <a:ext cx="109752" cy="136208"/>
            </a:xfrm>
            <a:custGeom>
              <a:avLst/>
              <a:gdLst/>
              <a:ahLst/>
              <a:cxnLst/>
              <a:rect l="l" t="t" r="r" b="b"/>
              <a:pathLst>
                <a:path w="109752" h="136208">
                  <a:moveTo>
                    <a:pt x="0" y="136208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0" y="25914"/>
                  </a:lnTo>
                  <a:lnTo>
                    <a:pt x="22621" y="12006"/>
                  </a:lnTo>
                  <a:lnTo>
                    <a:pt x="37918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2" y="25914"/>
                  </a:lnTo>
                  <a:lnTo>
                    <a:pt x="107067" y="43439"/>
                  </a:lnTo>
                  <a:lnTo>
                    <a:pt x="109752" y="62865"/>
                  </a:lnTo>
                  <a:lnTo>
                    <a:pt x="109752" y="13620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658516" y="6269355"/>
              <a:ext cx="109753" cy="230505"/>
            </a:xfrm>
            <a:custGeom>
              <a:avLst/>
              <a:gdLst/>
              <a:ahLst/>
              <a:cxnLst/>
              <a:rect l="l" t="t" r="r" b="b"/>
              <a:pathLst>
                <a:path w="109753" h="230505">
                  <a:moveTo>
                    <a:pt x="0" y="230505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1" y="25914"/>
                  </a:lnTo>
                  <a:lnTo>
                    <a:pt x="22621" y="12006"/>
                  </a:lnTo>
                  <a:lnTo>
                    <a:pt x="37919" y="3077"/>
                  </a:lnTo>
                  <a:lnTo>
                    <a:pt x="54877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2" y="25914"/>
                  </a:lnTo>
                  <a:lnTo>
                    <a:pt x="107067" y="43439"/>
                  </a:lnTo>
                  <a:lnTo>
                    <a:pt x="109753" y="62865"/>
                  </a:lnTo>
                  <a:lnTo>
                    <a:pt x="109753" y="23050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658516" y="6080760"/>
              <a:ext cx="109753" cy="136208"/>
            </a:xfrm>
            <a:custGeom>
              <a:avLst/>
              <a:gdLst/>
              <a:ahLst/>
              <a:cxnLst/>
              <a:rect l="l" t="t" r="r" b="b"/>
              <a:pathLst>
                <a:path w="109753" h="136208">
                  <a:moveTo>
                    <a:pt x="0" y="136208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1" y="25914"/>
                  </a:lnTo>
                  <a:lnTo>
                    <a:pt x="22621" y="12006"/>
                  </a:lnTo>
                  <a:lnTo>
                    <a:pt x="37919" y="3077"/>
                  </a:lnTo>
                  <a:lnTo>
                    <a:pt x="54877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2" y="25914"/>
                  </a:lnTo>
                  <a:lnTo>
                    <a:pt x="107067" y="43439"/>
                  </a:lnTo>
                  <a:lnTo>
                    <a:pt x="109753" y="62865"/>
                  </a:lnTo>
                  <a:lnTo>
                    <a:pt x="109753" y="13620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878022" y="6269355"/>
              <a:ext cx="109752" cy="230505"/>
            </a:xfrm>
            <a:custGeom>
              <a:avLst/>
              <a:gdLst/>
              <a:ahLst/>
              <a:cxnLst/>
              <a:rect l="l" t="t" r="r" b="b"/>
              <a:pathLst>
                <a:path w="109752" h="230505">
                  <a:moveTo>
                    <a:pt x="0" y="230505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5" y="43439"/>
                  </a:lnTo>
                  <a:lnTo>
                    <a:pt x="10480" y="25914"/>
                  </a:lnTo>
                  <a:lnTo>
                    <a:pt x="22620" y="12006"/>
                  </a:lnTo>
                  <a:lnTo>
                    <a:pt x="37918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1" y="12006"/>
                  </a:lnTo>
                  <a:lnTo>
                    <a:pt x="99272" y="25914"/>
                  </a:lnTo>
                  <a:lnTo>
                    <a:pt x="107066" y="43439"/>
                  </a:lnTo>
                  <a:lnTo>
                    <a:pt x="109752" y="62865"/>
                  </a:lnTo>
                  <a:lnTo>
                    <a:pt x="109752" y="23050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878022" y="6080760"/>
              <a:ext cx="109752" cy="136208"/>
            </a:xfrm>
            <a:custGeom>
              <a:avLst/>
              <a:gdLst/>
              <a:ahLst/>
              <a:cxnLst/>
              <a:rect l="l" t="t" r="r" b="b"/>
              <a:pathLst>
                <a:path w="109752" h="136208">
                  <a:moveTo>
                    <a:pt x="0" y="136208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5" y="43439"/>
                  </a:lnTo>
                  <a:lnTo>
                    <a:pt x="10480" y="25914"/>
                  </a:lnTo>
                  <a:lnTo>
                    <a:pt x="22620" y="12006"/>
                  </a:lnTo>
                  <a:lnTo>
                    <a:pt x="37918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1" y="12006"/>
                  </a:lnTo>
                  <a:lnTo>
                    <a:pt x="99272" y="25914"/>
                  </a:lnTo>
                  <a:lnTo>
                    <a:pt x="107066" y="43439"/>
                  </a:lnTo>
                  <a:lnTo>
                    <a:pt x="109752" y="62865"/>
                  </a:lnTo>
                  <a:lnTo>
                    <a:pt x="109752" y="13620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1097527" y="6269355"/>
              <a:ext cx="109753" cy="230505"/>
            </a:xfrm>
            <a:custGeom>
              <a:avLst/>
              <a:gdLst/>
              <a:ahLst/>
              <a:cxnLst/>
              <a:rect l="l" t="t" r="r" b="b"/>
              <a:pathLst>
                <a:path w="109753" h="230505">
                  <a:moveTo>
                    <a:pt x="0" y="230505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0" y="25914"/>
                  </a:lnTo>
                  <a:lnTo>
                    <a:pt x="22621" y="12006"/>
                  </a:lnTo>
                  <a:lnTo>
                    <a:pt x="37919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2" y="25914"/>
                  </a:lnTo>
                  <a:lnTo>
                    <a:pt x="107067" y="43439"/>
                  </a:lnTo>
                  <a:lnTo>
                    <a:pt x="109753" y="62865"/>
                  </a:lnTo>
                  <a:lnTo>
                    <a:pt x="109753" y="23050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Freeform 128"/>
            <p:cNvSpPr/>
            <p:nvPr/>
          </p:nvSpPr>
          <p:spPr>
            <a:xfrm>
              <a:off x="1097527" y="6080760"/>
              <a:ext cx="109753" cy="136208"/>
            </a:xfrm>
            <a:custGeom>
              <a:avLst/>
              <a:gdLst/>
              <a:ahLst/>
              <a:cxnLst/>
              <a:rect l="l" t="t" r="r" b="b"/>
              <a:pathLst>
                <a:path w="109753" h="136208">
                  <a:moveTo>
                    <a:pt x="0" y="136208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0" y="25914"/>
                  </a:lnTo>
                  <a:lnTo>
                    <a:pt x="22621" y="12006"/>
                  </a:lnTo>
                  <a:lnTo>
                    <a:pt x="37919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2" y="25914"/>
                  </a:lnTo>
                  <a:lnTo>
                    <a:pt x="107067" y="43439"/>
                  </a:lnTo>
                  <a:lnTo>
                    <a:pt x="109753" y="62865"/>
                  </a:lnTo>
                  <a:lnTo>
                    <a:pt x="109753" y="13620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Freeform 129"/>
            <p:cNvSpPr/>
            <p:nvPr/>
          </p:nvSpPr>
          <p:spPr>
            <a:xfrm>
              <a:off x="1975549" y="6269355"/>
              <a:ext cx="109752" cy="230505"/>
            </a:xfrm>
            <a:custGeom>
              <a:avLst/>
              <a:gdLst/>
              <a:ahLst/>
              <a:cxnLst/>
              <a:rect l="l" t="t" r="r" b="b"/>
              <a:pathLst>
                <a:path w="109752" h="230505">
                  <a:moveTo>
                    <a:pt x="0" y="230505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5" y="43439"/>
                  </a:lnTo>
                  <a:lnTo>
                    <a:pt x="10480" y="25914"/>
                  </a:lnTo>
                  <a:lnTo>
                    <a:pt x="22620" y="12006"/>
                  </a:lnTo>
                  <a:lnTo>
                    <a:pt x="37918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1" y="12006"/>
                  </a:lnTo>
                  <a:lnTo>
                    <a:pt x="99272" y="25914"/>
                  </a:lnTo>
                  <a:lnTo>
                    <a:pt x="107066" y="43439"/>
                  </a:lnTo>
                  <a:lnTo>
                    <a:pt x="109752" y="62865"/>
                  </a:lnTo>
                  <a:lnTo>
                    <a:pt x="109752" y="23050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1975549" y="6080760"/>
              <a:ext cx="109752" cy="136208"/>
            </a:xfrm>
            <a:custGeom>
              <a:avLst/>
              <a:gdLst/>
              <a:ahLst/>
              <a:cxnLst/>
              <a:rect l="l" t="t" r="r" b="b"/>
              <a:pathLst>
                <a:path w="109752" h="136208">
                  <a:moveTo>
                    <a:pt x="0" y="136208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5" y="43439"/>
                  </a:lnTo>
                  <a:lnTo>
                    <a:pt x="10480" y="25914"/>
                  </a:lnTo>
                  <a:lnTo>
                    <a:pt x="22620" y="12006"/>
                  </a:lnTo>
                  <a:lnTo>
                    <a:pt x="37918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1" y="12006"/>
                  </a:lnTo>
                  <a:lnTo>
                    <a:pt x="99272" y="25914"/>
                  </a:lnTo>
                  <a:lnTo>
                    <a:pt x="107066" y="43439"/>
                  </a:lnTo>
                  <a:lnTo>
                    <a:pt x="109752" y="62865"/>
                  </a:lnTo>
                  <a:lnTo>
                    <a:pt x="109752" y="13620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2195054" y="6269355"/>
              <a:ext cx="109753" cy="230505"/>
            </a:xfrm>
            <a:custGeom>
              <a:avLst/>
              <a:gdLst/>
              <a:ahLst/>
              <a:cxnLst/>
              <a:rect l="l" t="t" r="r" b="b"/>
              <a:pathLst>
                <a:path w="109753" h="230505">
                  <a:moveTo>
                    <a:pt x="0" y="230505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0" y="25914"/>
                  </a:lnTo>
                  <a:lnTo>
                    <a:pt x="22621" y="12006"/>
                  </a:lnTo>
                  <a:lnTo>
                    <a:pt x="37919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2" y="25914"/>
                  </a:lnTo>
                  <a:lnTo>
                    <a:pt x="107067" y="43439"/>
                  </a:lnTo>
                  <a:lnTo>
                    <a:pt x="109753" y="62865"/>
                  </a:lnTo>
                  <a:lnTo>
                    <a:pt x="109753" y="23050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2195054" y="6080760"/>
              <a:ext cx="109753" cy="136208"/>
            </a:xfrm>
            <a:custGeom>
              <a:avLst/>
              <a:gdLst/>
              <a:ahLst/>
              <a:cxnLst/>
              <a:rect l="l" t="t" r="r" b="b"/>
              <a:pathLst>
                <a:path w="109753" h="136208">
                  <a:moveTo>
                    <a:pt x="0" y="136208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0" y="25914"/>
                  </a:lnTo>
                  <a:lnTo>
                    <a:pt x="22621" y="12006"/>
                  </a:lnTo>
                  <a:lnTo>
                    <a:pt x="37919" y="3077"/>
                  </a:lnTo>
                  <a:lnTo>
                    <a:pt x="54876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2" y="25914"/>
                  </a:lnTo>
                  <a:lnTo>
                    <a:pt x="107067" y="43439"/>
                  </a:lnTo>
                  <a:lnTo>
                    <a:pt x="109753" y="62865"/>
                  </a:lnTo>
                  <a:lnTo>
                    <a:pt x="109753" y="13620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2414559" y="6269355"/>
              <a:ext cx="109753" cy="230505"/>
            </a:xfrm>
            <a:custGeom>
              <a:avLst/>
              <a:gdLst/>
              <a:ahLst/>
              <a:cxnLst/>
              <a:rect l="l" t="t" r="r" b="b"/>
              <a:pathLst>
                <a:path w="109753" h="230505">
                  <a:moveTo>
                    <a:pt x="0" y="230505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1" y="25914"/>
                  </a:lnTo>
                  <a:lnTo>
                    <a:pt x="22621" y="12006"/>
                  </a:lnTo>
                  <a:lnTo>
                    <a:pt x="37919" y="3077"/>
                  </a:lnTo>
                  <a:lnTo>
                    <a:pt x="54877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3" y="25914"/>
                  </a:lnTo>
                  <a:lnTo>
                    <a:pt x="107067" y="43439"/>
                  </a:lnTo>
                  <a:lnTo>
                    <a:pt x="109753" y="62865"/>
                  </a:lnTo>
                  <a:lnTo>
                    <a:pt x="109753" y="23050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2414559" y="6080760"/>
              <a:ext cx="109753" cy="136208"/>
            </a:xfrm>
            <a:custGeom>
              <a:avLst/>
              <a:gdLst/>
              <a:ahLst/>
              <a:cxnLst/>
              <a:rect l="l" t="t" r="r" b="b"/>
              <a:pathLst>
                <a:path w="109753" h="136208">
                  <a:moveTo>
                    <a:pt x="0" y="136208"/>
                  </a:moveTo>
                  <a:lnTo>
                    <a:pt x="0" y="62865"/>
                  </a:lnTo>
                  <a:lnTo>
                    <a:pt x="0" y="62865"/>
                  </a:lnTo>
                  <a:lnTo>
                    <a:pt x="2686" y="43439"/>
                  </a:lnTo>
                  <a:lnTo>
                    <a:pt x="10481" y="25914"/>
                  </a:lnTo>
                  <a:lnTo>
                    <a:pt x="22621" y="12006"/>
                  </a:lnTo>
                  <a:lnTo>
                    <a:pt x="37919" y="3077"/>
                  </a:lnTo>
                  <a:lnTo>
                    <a:pt x="54877" y="0"/>
                  </a:lnTo>
                  <a:lnTo>
                    <a:pt x="71834" y="3077"/>
                  </a:lnTo>
                  <a:lnTo>
                    <a:pt x="87132" y="12006"/>
                  </a:lnTo>
                  <a:lnTo>
                    <a:pt x="99273" y="25914"/>
                  </a:lnTo>
                  <a:lnTo>
                    <a:pt x="107067" y="43439"/>
                  </a:lnTo>
                  <a:lnTo>
                    <a:pt x="109753" y="62865"/>
                  </a:lnTo>
                  <a:lnTo>
                    <a:pt x="109753" y="13620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1463369" y="6122670"/>
              <a:ext cx="182921" cy="461010"/>
            </a:xfrm>
            <a:custGeom>
              <a:avLst/>
              <a:gdLst/>
              <a:ahLst/>
              <a:cxnLst/>
              <a:rect l="l" t="t" r="r" b="b"/>
              <a:pathLst>
                <a:path w="182921" h="461010">
                  <a:moveTo>
                    <a:pt x="0" y="461010"/>
                  </a:moveTo>
                  <a:lnTo>
                    <a:pt x="0" y="104775"/>
                  </a:lnTo>
                  <a:lnTo>
                    <a:pt x="0" y="104775"/>
                  </a:lnTo>
                  <a:lnTo>
                    <a:pt x="4477" y="72398"/>
                  </a:lnTo>
                  <a:lnTo>
                    <a:pt x="17468" y="43190"/>
                  </a:lnTo>
                  <a:lnTo>
                    <a:pt x="37702" y="20010"/>
                  </a:lnTo>
                  <a:lnTo>
                    <a:pt x="63198" y="5128"/>
                  </a:lnTo>
                  <a:lnTo>
                    <a:pt x="91461" y="0"/>
                  </a:lnTo>
                  <a:lnTo>
                    <a:pt x="119724" y="5128"/>
                  </a:lnTo>
                  <a:lnTo>
                    <a:pt x="145220" y="20010"/>
                  </a:lnTo>
                  <a:lnTo>
                    <a:pt x="165454" y="43190"/>
                  </a:lnTo>
                  <a:lnTo>
                    <a:pt x="178445" y="72398"/>
                  </a:lnTo>
                  <a:lnTo>
                    <a:pt x="182921" y="104775"/>
                  </a:lnTo>
                  <a:lnTo>
                    <a:pt x="182921" y="4610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1079235" y="6374130"/>
              <a:ext cx="951190" cy="209550"/>
            </a:xfrm>
            <a:custGeom>
              <a:avLst/>
              <a:gdLst/>
              <a:ahLst/>
              <a:cxnLst/>
              <a:rect l="l" t="t" r="r" b="b"/>
              <a:pathLst>
                <a:path w="951190" h="209550">
                  <a:moveTo>
                    <a:pt x="0" y="209550"/>
                  </a:moveTo>
                  <a:lnTo>
                    <a:pt x="292674" y="0"/>
                  </a:lnTo>
                  <a:lnTo>
                    <a:pt x="658516" y="0"/>
                  </a:lnTo>
                  <a:lnTo>
                    <a:pt x="951190" y="20955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2743817" y="6227445"/>
              <a:ext cx="274382" cy="356235"/>
            </a:xfrm>
            <a:custGeom>
              <a:avLst/>
              <a:gdLst/>
              <a:ahLst/>
              <a:cxnLst/>
              <a:rect l="l" t="t" r="r" b="b"/>
              <a:pathLst>
                <a:path w="274382" h="356235">
                  <a:moveTo>
                    <a:pt x="0" y="356235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35623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3018199" y="5934075"/>
              <a:ext cx="201213" cy="649605"/>
            </a:xfrm>
            <a:custGeom>
              <a:avLst/>
              <a:gdLst/>
              <a:ahLst/>
              <a:cxnLst/>
              <a:rect l="l" t="t" r="r" b="b"/>
              <a:pathLst>
                <a:path w="201213" h="649605">
                  <a:moveTo>
                    <a:pt x="0" y="649605"/>
                  </a:moveTo>
                  <a:lnTo>
                    <a:pt x="0" y="0"/>
                  </a:lnTo>
                  <a:lnTo>
                    <a:pt x="201213" y="0"/>
                  </a:lnTo>
                  <a:lnTo>
                    <a:pt x="201213" y="64960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3219412" y="6101715"/>
              <a:ext cx="347551" cy="481965"/>
            </a:xfrm>
            <a:custGeom>
              <a:avLst/>
              <a:gdLst/>
              <a:ahLst/>
              <a:cxnLst/>
              <a:rect l="l" t="t" r="r" b="b"/>
              <a:pathLst>
                <a:path w="347551" h="481965">
                  <a:moveTo>
                    <a:pt x="0" y="481965"/>
                  </a:moveTo>
                  <a:lnTo>
                    <a:pt x="0" y="0"/>
                  </a:lnTo>
                  <a:lnTo>
                    <a:pt x="347551" y="0"/>
                  </a:lnTo>
                  <a:lnTo>
                    <a:pt x="347551" y="48196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3566963" y="5326380"/>
              <a:ext cx="256089" cy="1257300"/>
            </a:xfrm>
            <a:custGeom>
              <a:avLst/>
              <a:gdLst/>
              <a:ahLst/>
              <a:cxnLst/>
              <a:rect l="l" t="t" r="r" b="b"/>
              <a:pathLst>
                <a:path w="256089" h="1257300">
                  <a:moveTo>
                    <a:pt x="0" y="1257300"/>
                  </a:moveTo>
                  <a:lnTo>
                    <a:pt x="0" y="0"/>
                  </a:lnTo>
                  <a:lnTo>
                    <a:pt x="256089" y="0"/>
                  </a:lnTo>
                  <a:lnTo>
                    <a:pt x="256089" y="125730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3603547" y="5158740"/>
              <a:ext cx="182921" cy="1424940"/>
            </a:xfrm>
            <a:custGeom>
              <a:avLst/>
              <a:gdLst/>
              <a:ahLst/>
              <a:cxnLst/>
              <a:rect l="l" t="t" r="r" b="b"/>
              <a:pathLst>
                <a:path w="182921" h="1424940">
                  <a:moveTo>
                    <a:pt x="0" y="1424940"/>
                  </a:moveTo>
                  <a:lnTo>
                    <a:pt x="0" y="0"/>
                  </a:lnTo>
                  <a:lnTo>
                    <a:pt x="182921" y="0"/>
                  </a:lnTo>
                  <a:lnTo>
                    <a:pt x="182921" y="142494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3823052" y="6164580"/>
              <a:ext cx="201213" cy="419100"/>
            </a:xfrm>
            <a:custGeom>
              <a:avLst/>
              <a:gdLst/>
              <a:ahLst/>
              <a:cxnLst/>
              <a:rect l="l" t="t" r="r" b="b"/>
              <a:pathLst>
                <a:path w="201213" h="419100">
                  <a:moveTo>
                    <a:pt x="0" y="419100"/>
                  </a:moveTo>
                  <a:lnTo>
                    <a:pt x="0" y="0"/>
                  </a:lnTo>
                  <a:lnTo>
                    <a:pt x="201213" y="0"/>
                  </a:lnTo>
                  <a:lnTo>
                    <a:pt x="201213" y="41910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Freeform 143"/>
            <p:cNvSpPr/>
            <p:nvPr/>
          </p:nvSpPr>
          <p:spPr>
            <a:xfrm>
              <a:off x="3681288" y="4907280"/>
              <a:ext cx="27438" cy="251460"/>
            </a:xfrm>
            <a:custGeom>
              <a:avLst/>
              <a:gdLst/>
              <a:ahLst/>
              <a:cxnLst/>
              <a:rect l="l" t="t" r="r" b="b"/>
              <a:pathLst>
                <a:path w="27438" h="251460">
                  <a:moveTo>
                    <a:pt x="0" y="251460"/>
                  </a:moveTo>
                  <a:lnTo>
                    <a:pt x="0" y="0"/>
                  </a:lnTo>
                  <a:lnTo>
                    <a:pt x="27438" y="0"/>
                  </a:lnTo>
                  <a:lnTo>
                    <a:pt x="27438" y="25146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Freeform 144"/>
            <p:cNvSpPr/>
            <p:nvPr/>
          </p:nvSpPr>
          <p:spPr>
            <a:xfrm>
              <a:off x="4024265" y="6227445"/>
              <a:ext cx="2560897" cy="356235"/>
            </a:xfrm>
            <a:custGeom>
              <a:avLst/>
              <a:gdLst/>
              <a:ahLst/>
              <a:cxnLst/>
              <a:rect l="l" t="t" r="r" b="b"/>
              <a:pathLst>
                <a:path w="2560897" h="356235">
                  <a:moveTo>
                    <a:pt x="0" y="356235"/>
                  </a:moveTo>
                  <a:lnTo>
                    <a:pt x="0" y="0"/>
                  </a:lnTo>
                  <a:lnTo>
                    <a:pt x="2560897" y="0"/>
                  </a:lnTo>
                  <a:lnTo>
                    <a:pt x="2560897" y="35623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4134018" y="5619750"/>
              <a:ext cx="310966" cy="963930"/>
            </a:xfrm>
            <a:custGeom>
              <a:avLst/>
              <a:gdLst/>
              <a:ahLst/>
              <a:cxnLst/>
              <a:rect l="l" t="t" r="r" b="b"/>
              <a:pathLst>
                <a:path w="310966" h="963930">
                  <a:moveTo>
                    <a:pt x="0" y="963930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96393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4134018" y="5546408"/>
              <a:ext cx="310966" cy="73342"/>
            </a:xfrm>
            <a:custGeom>
              <a:avLst/>
              <a:gdLst/>
              <a:ahLst/>
              <a:cxnLst/>
              <a:rect l="l" t="t" r="r" b="b"/>
              <a:pathLst>
                <a:path w="310966" h="73342">
                  <a:moveTo>
                    <a:pt x="0" y="73342"/>
                  </a:moveTo>
                  <a:lnTo>
                    <a:pt x="155483" y="0"/>
                  </a:lnTo>
                  <a:lnTo>
                    <a:pt x="310966" y="7334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6255904" y="5619750"/>
              <a:ext cx="310966" cy="963930"/>
            </a:xfrm>
            <a:custGeom>
              <a:avLst/>
              <a:gdLst/>
              <a:ahLst/>
              <a:cxnLst/>
              <a:rect l="l" t="t" r="r" b="b"/>
              <a:pathLst>
                <a:path w="310966" h="963930">
                  <a:moveTo>
                    <a:pt x="0" y="963930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96393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6255904" y="5546408"/>
              <a:ext cx="310966" cy="73342"/>
            </a:xfrm>
            <a:custGeom>
              <a:avLst/>
              <a:gdLst/>
              <a:ahLst/>
              <a:cxnLst/>
              <a:rect l="l" t="t" r="r" b="b"/>
              <a:pathLst>
                <a:path w="310966" h="73342">
                  <a:moveTo>
                    <a:pt x="0" y="73342"/>
                  </a:moveTo>
                  <a:lnTo>
                    <a:pt x="155483" y="0"/>
                  </a:lnTo>
                  <a:lnTo>
                    <a:pt x="310966" y="7334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4499860" y="5347335"/>
              <a:ext cx="548764" cy="1236345"/>
            </a:xfrm>
            <a:custGeom>
              <a:avLst/>
              <a:gdLst/>
              <a:ahLst/>
              <a:cxnLst/>
              <a:rect l="l" t="t" r="r" b="b"/>
              <a:pathLst>
                <a:path w="548764" h="1236345">
                  <a:moveTo>
                    <a:pt x="0" y="1236345"/>
                  </a:moveTo>
                  <a:lnTo>
                    <a:pt x="0" y="0"/>
                  </a:lnTo>
                  <a:lnTo>
                    <a:pt x="548764" y="0"/>
                  </a:lnTo>
                  <a:lnTo>
                    <a:pt x="548764" y="123634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5633972" y="5347335"/>
              <a:ext cx="567055" cy="1236345"/>
            </a:xfrm>
            <a:custGeom>
              <a:avLst/>
              <a:gdLst/>
              <a:ahLst/>
              <a:cxnLst/>
              <a:rect l="l" t="t" r="r" b="b"/>
              <a:pathLst>
                <a:path w="567055" h="1236345">
                  <a:moveTo>
                    <a:pt x="0" y="1236345"/>
                  </a:moveTo>
                  <a:lnTo>
                    <a:pt x="0" y="0"/>
                  </a:lnTo>
                  <a:lnTo>
                    <a:pt x="567055" y="0"/>
                  </a:lnTo>
                  <a:lnTo>
                    <a:pt x="567055" y="123634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5012040" y="4907280"/>
              <a:ext cx="658516" cy="1676400"/>
            </a:xfrm>
            <a:custGeom>
              <a:avLst/>
              <a:gdLst/>
              <a:ahLst/>
              <a:cxnLst/>
              <a:rect l="l" t="t" r="r" b="b"/>
              <a:pathLst>
                <a:path w="658516" h="1676400">
                  <a:moveTo>
                    <a:pt x="0" y="1676400"/>
                  </a:moveTo>
                  <a:lnTo>
                    <a:pt x="0" y="104775"/>
                  </a:lnTo>
                  <a:lnTo>
                    <a:pt x="91460" y="0"/>
                  </a:lnTo>
                  <a:lnTo>
                    <a:pt x="567055" y="0"/>
                  </a:lnTo>
                  <a:lnTo>
                    <a:pt x="658516" y="104775"/>
                  </a:lnTo>
                  <a:lnTo>
                    <a:pt x="658516" y="167640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5167523" y="5273992"/>
              <a:ext cx="347550" cy="398146"/>
            </a:xfrm>
            <a:custGeom>
              <a:avLst/>
              <a:gdLst/>
              <a:ahLst/>
              <a:cxnLst/>
              <a:rect l="l" t="t" r="r" b="b"/>
              <a:pathLst>
                <a:path w="347550" h="398146">
                  <a:moveTo>
                    <a:pt x="347550" y="199073"/>
                  </a:moveTo>
                  <a:lnTo>
                    <a:pt x="343193" y="154775"/>
                  </a:lnTo>
                  <a:lnTo>
                    <a:pt x="330341" y="112699"/>
                  </a:lnTo>
                  <a:lnTo>
                    <a:pt x="309638" y="74953"/>
                  </a:lnTo>
                  <a:lnTo>
                    <a:pt x="282122" y="43432"/>
                  </a:lnTo>
                  <a:lnTo>
                    <a:pt x="249173" y="19715"/>
                  </a:lnTo>
                  <a:lnTo>
                    <a:pt x="212443" y="4992"/>
                  </a:lnTo>
                  <a:lnTo>
                    <a:pt x="173775" y="0"/>
                  </a:lnTo>
                  <a:lnTo>
                    <a:pt x="135106" y="4992"/>
                  </a:lnTo>
                  <a:lnTo>
                    <a:pt x="98377" y="19715"/>
                  </a:lnTo>
                  <a:lnTo>
                    <a:pt x="65428" y="43432"/>
                  </a:lnTo>
                  <a:lnTo>
                    <a:pt x="37912" y="74953"/>
                  </a:lnTo>
                  <a:lnTo>
                    <a:pt x="17209" y="112699"/>
                  </a:lnTo>
                  <a:lnTo>
                    <a:pt x="4357" y="154775"/>
                  </a:lnTo>
                  <a:lnTo>
                    <a:pt x="0" y="199073"/>
                  </a:lnTo>
                  <a:lnTo>
                    <a:pt x="4357" y="243371"/>
                  </a:lnTo>
                  <a:lnTo>
                    <a:pt x="17209" y="285447"/>
                  </a:lnTo>
                  <a:lnTo>
                    <a:pt x="37912" y="323193"/>
                  </a:lnTo>
                  <a:lnTo>
                    <a:pt x="65428" y="354714"/>
                  </a:lnTo>
                  <a:lnTo>
                    <a:pt x="98377" y="378431"/>
                  </a:lnTo>
                  <a:lnTo>
                    <a:pt x="135106" y="393154"/>
                  </a:lnTo>
                  <a:lnTo>
                    <a:pt x="173775" y="398146"/>
                  </a:lnTo>
                  <a:lnTo>
                    <a:pt x="212443" y="393154"/>
                  </a:lnTo>
                  <a:lnTo>
                    <a:pt x="249173" y="378431"/>
                  </a:lnTo>
                  <a:lnTo>
                    <a:pt x="282122" y="354714"/>
                  </a:lnTo>
                  <a:lnTo>
                    <a:pt x="309638" y="323193"/>
                  </a:lnTo>
                  <a:lnTo>
                    <a:pt x="330341" y="285447"/>
                  </a:lnTo>
                  <a:lnTo>
                    <a:pt x="343193" y="243371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4591321" y="5619750"/>
              <a:ext cx="365842" cy="440055"/>
            </a:xfrm>
            <a:custGeom>
              <a:avLst/>
              <a:gdLst/>
              <a:ahLst/>
              <a:cxnLst/>
              <a:rect l="l" t="t" r="r" b="b"/>
              <a:pathLst>
                <a:path w="365842" h="440055">
                  <a:moveTo>
                    <a:pt x="0" y="440055"/>
                  </a:moveTo>
                  <a:lnTo>
                    <a:pt x="182921" y="0"/>
                  </a:lnTo>
                  <a:lnTo>
                    <a:pt x="365842" y="44005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5725432" y="5619750"/>
              <a:ext cx="384135" cy="440055"/>
            </a:xfrm>
            <a:custGeom>
              <a:avLst/>
              <a:gdLst/>
              <a:ahLst/>
              <a:cxnLst/>
              <a:rect l="l" t="t" r="r" b="b"/>
              <a:pathLst>
                <a:path w="384135" h="440055">
                  <a:moveTo>
                    <a:pt x="0" y="440055"/>
                  </a:moveTo>
                  <a:lnTo>
                    <a:pt x="192067" y="0"/>
                  </a:lnTo>
                  <a:lnTo>
                    <a:pt x="384135" y="44005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4225479" y="5808345"/>
              <a:ext cx="128045" cy="314325"/>
            </a:xfrm>
            <a:custGeom>
              <a:avLst/>
              <a:gdLst/>
              <a:ahLst/>
              <a:cxnLst/>
              <a:rect l="l" t="t" r="r" b="b"/>
              <a:pathLst>
                <a:path w="128045" h="314325">
                  <a:moveTo>
                    <a:pt x="0" y="314325"/>
                  </a:moveTo>
                  <a:lnTo>
                    <a:pt x="0" y="0"/>
                  </a:lnTo>
                  <a:lnTo>
                    <a:pt x="128045" y="0"/>
                  </a:lnTo>
                  <a:lnTo>
                    <a:pt x="128045" y="31432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6347364" y="5808345"/>
              <a:ext cx="128045" cy="314325"/>
            </a:xfrm>
            <a:custGeom>
              <a:avLst/>
              <a:gdLst/>
              <a:ahLst/>
              <a:cxnLst/>
              <a:rect l="l" t="t" r="r" b="b"/>
              <a:pathLst>
                <a:path w="128045" h="314325">
                  <a:moveTo>
                    <a:pt x="0" y="314325"/>
                  </a:moveTo>
                  <a:lnTo>
                    <a:pt x="0" y="0"/>
                  </a:lnTo>
                  <a:lnTo>
                    <a:pt x="128045" y="0"/>
                  </a:lnTo>
                  <a:lnTo>
                    <a:pt x="128045" y="31432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5176669" y="6038850"/>
              <a:ext cx="329258" cy="544830"/>
            </a:xfrm>
            <a:custGeom>
              <a:avLst/>
              <a:gdLst/>
              <a:ahLst/>
              <a:cxnLst/>
              <a:rect l="l" t="t" r="r" b="b"/>
              <a:pathLst>
                <a:path w="329258" h="544830">
                  <a:moveTo>
                    <a:pt x="0" y="544830"/>
                  </a:moveTo>
                  <a:lnTo>
                    <a:pt x="0" y="188595"/>
                  </a:lnTo>
                  <a:lnTo>
                    <a:pt x="0" y="188595"/>
                  </a:lnTo>
                  <a:lnTo>
                    <a:pt x="5609" y="139783"/>
                  </a:lnTo>
                  <a:lnTo>
                    <a:pt x="22056" y="94298"/>
                  </a:lnTo>
                  <a:lnTo>
                    <a:pt x="48219" y="55238"/>
                  </a:lnTo>
                  <a:lnTo>
                    <a:pt x="82314" y="25267"/>
                  </a:lnTo>
                  <a:lnTo>
                    <a:pt x="122020" y="6426"/>
                  </a:lnTo>
                  <a:lnTo>
                    <a:pt x="164629" y="0"/>
                  </a:lnTo>
                  <a:lnTo>
                    <a:pt x="207238" y="6426"/>
                  </a:lnTo>
                  <a:lnTo>
                    <a:pt x="246943" y="25267"/>
                  </a:lnTo>
                  <a:lnTo>
                    <a:pt x="281039" y="55238"/>
                  </a:lnTo>
                  <a:lnTo>
                    <a:pt x="307202" y="94298"/>
                  </a:lnTo>
                  <a:lnTo>
                    <a:pt x="323648" y="139783"/>
                  </a:lnTo>
                  <a:lnTo>
                    <a:pt x="329258" y="188595"/>
                  </a:lnTo>
                  <a:lnTo>
                    <a:pt x="329258" y="54483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6804667" y="6489382"/>
              <a:ext cx="1573122" cy="94298"/>
            </a:xfrm>
            <a:custGeom>
              <a:avLst/>
              <a:gdLst/>
              <a:ahLst/>
              <a:cxnLst/>
              <a:rect l="l" t="t" r="r" b="b"/>
              <a:pathLst>
                <a:path w="1573122" h="94298">
                  <a:moveTo>
                    <a:pt x="0" y="94298"/>
                  </a:moveTo>
                  <a:lnTo>
                    <a:pt x="0" y="0"/>
                  </a:lnTo>
                  <a:lnTo>
                    <a:pt x="1573122" y="0"/>
                  </a:lnTo>
                  <a:lnTo>
                    <a:pt x="1573122" y="9429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6932712" y="6395085"/>
              <a:ext cx="1317032" cy="188595"/>
            </a:xfrm>
            <a:custGeom>
              <a:avLst/>
              <a:gdLst/>
              <a:ahLst/>
              <a:cxnLst/>
              <a:rect l="l" t="t" r="r" b="b"/>
              <a:pathLst>
                <a:path w="1317032" h="188595">
                  <a:moveTo>
                    <a:pt x="0" y="188595"/>
                  </a:moveTo>
                  <a:lnTo>
                    <a:pt x="0" y="0"/>
                  </a:lnTo>
                  <a:lnTo>
                    <a:pt x="1317032" y="0"/>
                  </a:lnTo>
                  <a:lnTo>
                    <a:pt x="1317032" y="18859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7042465" y="5703570"/>
              <a:ext cx="100606" cy="691515"/>
            </a:xfrm>
            <a:custGeom>
              <a:avLst/>
              <a:gdLst/>
              <a:ahLst/>
              <a:cxnLst/>
              <a:rect l="l" t="t" r="r" b="b"/>
              <a:pathLst>
                <a:path w="100606" h="691515">
                  <a:moveTo>
                    <a:pt x="0" y="691515"/>
                  </a:moveTo>
                  <a:lnTo>
                    <a:pt x="0" y="0"/>
                  </a:lnTo>
                  <a:lnTo>
                    <a:pt x="100606" y="0"/>
                  </a:lnTo>
                  <a:lnTo>
                    <a:pt x="100606" y="69151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7074476" y="5787390"/>
              <a:ext cx="36584" cy="523875"/>
            </a:xfrm>
            <a:custGeom>
              <a:avLst/>
              <a:gdLst/>
              <a:ahLst/>
              <a:cxnLst/>
              <a:rect l="l" t="t" r="r" b="b"/>
              <a:pathLst>
                <a:path w="36584" h="523875">
                  <a:moveTo>
                    <a:pt x="0" y="523875"/>
                  </a:moveTo>
                  <a:lnTo>
                    <a:pt x="0" y="0"/>
                  </a:lnTo>
                  <a:lnTo>
                    <a:pt x="36584" y="0"/>
                  </a:lnTo>
                  <a:lnTo>
                    <a:pt x="36584" y="52387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7225386" y="5452110"/>
              <a:ext cx="109752" cy="942975"/>
            </a:xfrm>
            <a:custGeom>
              <a:avLst/>
              <a:gdLst/>
              <a:ahLst/>
              <a:cxnLst/>
              <a:rect l="l" t="t" r="r" b="b"/>
              <a:pathLst>
                <a:path w="109752" h="942975">
                  <a:moveTo>
                    <a:pt x="0" y="942975"/>
                  </a:moveTo>
                  <a:lnTo>
                    <a:pt x="0" y="0"/>
                  </a:lnTo>
                  <a:lnTo>
                    <a:pt x="109752" y="0"/>
                  </a:lnTo>
                  <a:lnTo>
                    <a:pt x="109752" y="94297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7257397" y="5535930"/>
              <a:ext cx="45730" cy="775335"/>
            </a:xfrm>
            <a:custGeom>
              <a:avLst/>
              <a:gdLst/>
              <a:ahLst/>
              <a:cxnLst/>
              <a:rect l="l" t="t" r="r" b="b"/>
              <a:pathLst>
                <a:path w="45730" h="775335">
                  <a:moveTo>
                    <a:pt x="0" y="775335"/>
                  </a:moveTo>
                  <a:lnTo>
                    <a:pt x="0" y="0"/>
                  </a:lnTo>
                  <a:lnTo>
                    <a:pt x="45730" y="0"/>
                  </a:lnTo>
                  <a:lnTo>
                    <a:pt x="45730" y="77533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Freeform 164"/>
            <p:cNvSpPr/>
            <p:nvPr/>
          </p:nvSpPr>
          <p:spPr>
            <a:xfrm>
              <a:off x="7847318" y="5452110"/>
              <a:ext cx="109752" cy="942975"/>
            </a:xfrm>
            <a:custGeom>
              <a:avLst/>
              <a:gdLst/>
              <a:ahLst/>
              <a:cxnLst/>
              <a:rect l="l" t="t" r="r" b="b"/>
              <a:pathLst>
                <a:path w="109752" h="942975">
                  <a:moveTo>
                    <a:pt x="0" y="942975"/>
                  </a:moveTo>
                  <a:lnTo>
                    <a:pt x="0" y="0"/>
                  </a:lnTo>
                  <a:lnTo>
                    <a:pt x="109752" y="0"/>
                  </a:lnTo>
                  <a:lnTo>
                    <a:pt x="109752" y="94297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7879329" y="5535930"/>
              <a:ext cx="45730" cy="775335"/>
            </a:xfrm>
            <a:custGeom>
              <a:avLst/>
              <a:gdLst/>
              <a:ahLst/>
              <a:cxnLst/>
              <a:rect l="l" t="t" r="r" b="b"/>
              <a:pathLst>
                <a:path w="45730" h="775335">
                  <a:moveTo>
                    <a:pt x="0" y="775335"/>
                  </a:moveTo>
                  <a:lnTo>
                    <a:pt x="0" y="0"/>
                  </a:lnTo>
                  <a:lnTo>
                    <a:pt x="45730" y="0"/>
                  </a:lnTo>
                  <a:lnTo>
                    <a:pt x="45730" y="77533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Freeform 166"/>
            <p:cNvSpPr/>
            <p:nvPr/>
          </p:nvSpPr>
          <p:spPr>
            <a:xfrm>
              <a:off x="8039385" y="5703570"/>
              <a:ext cx="100607" cy="691515"/>
            </a:xfrm>
            <a:custGeom>
              <a:avLst/>
              <a:gdLst/>
              <a:ahLst/>
              <a:cxnLst/>
              <a:rect l="l" t="t" r="r" b="b"/>
              <a:pathLst>
                <a:path w="100607" h="691515">
                  <a:moveTo>
                    <a:pt x="0" y="691515"/>
                  </a:moveTo>
                  <a:lnTo>
                    <a:pt x="0" y="0"/>
                  </a:lnTo>
                  <a:lnTo>
                    <a:pt x="100607" y="0"/>
                  </a:lnTo>
                  <a:lnTo>
                    <a:pt x="100607" y="69151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8071396" y="5787390"/>
              <a:ext cx="36584" cy="523875"/>
            </a:xfrm>
            <a:custGeom>
              <a:avLst/>
              <a:gdLst/>
              <a:ahLst/>
              <a:cxnLst/>
              <a:rect l="l" t="t" r="r" b="b"/>
              <a:pathLst>
                <a:path w="36584" h="523875">
                  <a:moveTo>
                    <a:pt x="0" y="523875"/>
                  </a:moveTo>
                  <a:lnTo>
                    <a:pt x="0" y="0"/>
                  </a:lnTo>
                  <a:lnTo>
                    <a:pt x="36584" y="0"/>
                  </a:lnTo>
                  <a:lnTo>
                    <a:pt x="36584" y="52387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Freeform 168"/>
            <p:cNvSpPr/>
            <p:nvPr/>
          </p:nvSpPr>
          <p:spPr>
            <a:xfrm>
              <a:off x="7444891" y="5200650"/>
              <a:ext cx="54876" cy="1194435"/>
            </a:xfrm>
            <a:custGeom>
              <a:avLst/>
              <a:gdLst/>
              <a:ahLst/>
              <a:cxnLst/>
              <a:rect l="l" t="t" r="r" b="b"/>
              <a:pathLst>
                <a:path w="54876" h="1194435">
                  <a:moveTo>
                    <a:pt x="0" y="1194435"/>
                  </a:moveTo>
                  <a:lnTo>
                    <a:pt x="0" y="0"/>
                  </a:lnTo>
                  <a:lnTo>
                    <a:pt x="54876" y="0"/>
                  </a:lnTo>
                  <a:lnTo>
                    <a:pt x="54876" y="119443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Freeform 169"/>
            <p:cNvSpPr/>
            <p:nvPr/>
          </p:nvSpPr>
          <p:spPr>
            <a:xfrm>
              <a:off x="7682689" y="5200650"/>
              <a:ext cx="54876" cy="1194435"/>
            </a:xfrm>
            <a:custGeom>
              <a:avLst/>
              <a:gdLst/>
              <a:ahLst/>
              <a:cxnLst/>
              <a:rect l="l" t="t" r="r" b="b"/>
              <a:pathLst>
                <a:path w="54876" h="1194435">
                  <a:moveTo>
                    <a:pt x="0" y="1194435"/>
                  </a:moveTo>
                  <a:lnTo>
                    <a:pt x="0" y="0"/>
                  </a:lnTo>
                  <a:lnTo>
                    <a:pt x="54876" y="0"/>
                  </a:lnTo>
                  <a:lnTo>
                    <a:pt x="54876" y="119443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Freeform 170"/>
            <p:cNvSpPr/>
            <p:nvPr/>
          </p:nvSpPr>
          <p:spPr>
            <a:xfrm>
              <a:off x="7444891" y="6007418"/>
              <a:ext cx="292674" cy="31432"/>
            </a:xfrm>
            <a:custGeom>
              <a:avLst/>
              <a:gdLst/>
              <a:ahLst/>
              <a:cxnLst/>
              <a:rect l="l" t="t" r="r" b="b"/>
              <a:pathLst>
                <a:path w="292674" h="31432">
                  <a:moveTo>
                    <a:pt x="0" y="31432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3143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Freeform 171"/>
            <p:cNvSpPr/>
            <p:nvPr/>
          </p:nvSpPr>
          <p:spPr>
            <a:xfrm>
              <a:off x="7444891" y="5693092"/>
              <a:ext cx="292674" cy="31433"/>
            </a:xfrm>
            <a:custGeom>
              <a:avLst/>
              <a:gdLst/>
              <a:ahLst/>
              <a:cxnLst/>
              <a:rect l="l" t="t" r="r" b="b"/>
              <a:pathLst>
                <a:path w="292674" h="31433">
                  <a:moveTo>
                    <a:pt x="0" y="31433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31433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Freeform 172"/>
            <p:cNvSpPr/>
            <p:nvPr/>
          </p:nvSpPr>
          <p:spPr>
            <a:xfrm>
              <a:off x="7444891" y="5378768"/>
              <a:ext cx="292674" cy="31432"/>
            </a:xfrm>
            <a:custGeom>
              <a:avLst/>
              <a:gdLst/>
              <a:ahLst/>
              <a:cxnLst/>
              <a:rect l="l" t="t" r="r" b="b"/>
              <a:pathLst>
                <a:path w="292674" h="31432">
                  <a:moveTo>
                    <a:pt x="0" y="31432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3143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Freeform 173"/>
            <p:cNvSpPr/>
            <p:nvPr/>
          </p:nvSpPr>
          <p:spPr>
            <a:xfrm>
              <a:off x="7335138" y="4844415"/>
              <a:ext cx="402427" cy="398145"/>
            </a:xfrm>
            <a:custGeom>
              <a:avLst/>
              <a:gdLst/>
              <a:ahLst/>
              <a:cxnLst/>
              <a:rect l="l" t="t" r="r" b="b"/>
              <a:pathLst>
                <a:path w="402427" h="398145">
                  <a:moveTo>
                    <a:pt x="109753" y="398145"/>
                  </a:moveTo>
                  <a:lnTo>
                    <a:pt x="402427" y="398145"/>
                  </a:lnTo>
                  <a:lnTo>
                    <a:pt x="310966" y="0"/>
                  </a:lnTo>
                  <a:lnTo>
                    <a:pt x="0" y="0"/>
                  </a:lnTo>
                  <a:lnTo>
                    <a:pt x="0" y="62865"/>
                  </a:lnTo>
                  <a:lnTo>
                    <a:pt x="274382" y="62865"/>
                  </a:lnTo>
                  <a:lnTo>
                    <a:pt x="347551" y="335280"/>
                  </a:lnTo>
                  <a:lnTo>
                    <a:pt x="109753" y="33528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Freeform 174"/>
            <p:cNvSpPr/>
            <p:nvPr/>
          </p:nvSpPr>
          <p:spPr>
            <a:xfrm>
              <a:off x="8377789" y="6290310"/>
              <a:ext cx="310966" cy="293370"/>
            </a:xfrm>
            <a:custGeom>
              <a:avLst/>
              <a:gdLst/>
              <a:ahLst/>
              <a:cxnLst/>
              <a:rect l="l" t="t" r="r" b="b"/>
              <a:pathLst>
                <a:path w="310966" h="293370">
                  <a:moveTo>
                    <a:pt x="0" y="293370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9337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8505834" y="5808345"/>
              <a:ext cx="146337" cy="775335"/>
            </a:xfrm>
            <a:custGeom>
              <a:avLst/>
              <a:gdLst/>
              <a:ahLst/>
              <a:cxnLst/>
              <a:rect l="l" t="t" r="r" b="b"/>
              <a:pathLst>
                <a:path w="146337" h="775335">
                  <a:moveTo>
                    <a:pt x="0" y="775335"/>
                  </a:moveTo>
                  <a:lnTo>
                    <a:pt x="0" y="0"/>
                  </a:lnTo>
                  <a:lnTo>
                    <a:pt x="146337" y="0"/>
                  </a:lnTo>
                  <a:lnTo>
                    <a:pt x="146337" y="77533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9694821" y="6122670"/>
              <a:ext cx="146337" cy="461010"/>
            </a:xfrm>
            <a:custGeom>
              <a:avLst/>
              <a:gdLst/>
              <a:ahLst/>
              <a:cxnLst/>
              <a:rect l="l" t="t" r="r" b="b"/>
              <a:pathLst>
                <a:path w="146337" h="461010">
                  <a:moveTo>
                    <a:pt x="0" y="461010"/>
                  </a:moveTo>
                  <a:lnTo>
                    <a:pt x="0" y="0"/>
                  </a:lnTo>
                  <a:lnTo>
                    <a:pt x="146337" y="0"/>
                  </a:lnTo>
                  <a:lnTo>
                    <a:pt x="146337" y="46101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8670463" y="6353175"/>
              <a:ext cx="1042651" cy="230505"/>
            </a:xfrm>
            <a:custGeom>
              <a:avLst/>
              <a:gdLst/>
              <a:ahLst/>
              <a:cxnLst/>
              <a:rect l="l" t="t" r="r" b="b"/>
              <a:pathLst>
                <a:path w="1042651" h="230505">
                  <a:moveTo>
                    <a:pt x="0" y="230505"/>
                  </a:moveTo>
                  <a:lnTo>
                    <a:pt x="0" y="0"/>
                  </a:lnTo>
                  <a:lnTo>
                    <a:pt x="1042651" y="0"/>
                  </a:lnTo>
                  <a:lnTo>
                    <a:pt x="1042651" y="23050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8780216" y="5494020"/>
              <a:ext cx="823145" cy="859155"/>
            </a:xfrm>
            <a:custGeom>
              <a:avLst/>
              <a:gdLst/>
              <a:ahLst/>
              <a:cxnLst/>
              <a:rect l="l" t="t" r="r" b="b"/>
              <a:pathLst>
                <a:path w="823145" h="859155">
                  <a:moveTo>
                    <a:pt x="0" y="859155"/>
                  </a:moveTo>
                  <a:lnTo>
                    <a:pt x="0" y="0"/>
                  </a:lnTo>
                  <a:lnTo>
                    <a:pt x="823145" y="0"/>
                  </a:lnTo>
                  <a:lnTo>
                    <a:pt x="823145" y="85915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8734485" y="5410200"/>
              <a:ext cx="914606" cy="83820"/>
            </a:xfrm>
            <a:custGeom>
              <a:avLst/>
              <a:gdLst/>
              <a:ahLst/>
              <a:cxnLst/>
              <a:rect l="l" t="t" r="r" b="b"/>
              <a:pathLst>
                <a:path w="914606" h="83820">
                  <a:moveTo>
                    <a:pt x="0" y="83820"/>
                  </a:moveTo>
                  <a:lnTo>
                    <a:pt x="0" y="0"/>
                  </a:lnTo>
                  <a:lnTo>
                    <a:pt x="914606" y="0"/>
                  </a:lnTo>
                  <a:lnTo>
                    <a:pt x="914606" y="8382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8798508" y="5577840"/>
              <a:ext cx="786561" cy="31432"/>
            </a:xfrm>
            <a:custGeom>
              <a:avLst/>
              <a:gdLst/>
              <a:ahLst/>
              <a:cxnLst/>
              <a:rect l="l" t="t" r="r" b="b"/>
              <a:pathLst>
                <a:path w="786561" h="31432">
                  <a:moveTo>
                    <a:pt x="0" y="31432"/>
                  </a:moveTo>
                  <a:lnTo>
                    <a:pt x="0" y="0"/>
                  </a:lnTo>
                  <a:lnTo>
                    <a:pt x="786561" y="0"/>
                  </a:lnTo>
                  <a:lnTo>
                    <a:pt x="786561" y="31432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8889968" y="5955030"/>
              <a:ext cx="128045" cy="398145"/>
            </a:xfrm>
            <a:custGeom>
              <a:avLst/>
              <a:gdLst/>
              <a:ahLst/>
              <a:cxnLst/>
              <a:rect l="l" t="t" r="r" b="b"/>
              <a:pathLst>
                <a:path w="128045" h="398145">
                  <a:moveTo>
                    <a:pt x="0" y="398145"/>
                  </a:moveTo>
                  <a:lnTo>
                    <a:pt x="0" y="73342"/>
                  </a:lnTo>
                  <a:lnTo>
                    <a:pt x="0" y="73342"/>
                  </a:lnTo>
                  <a:lnTo>
                    <a:pt x="3134" y="50678"/>
                  </a:lnTo>
                  <a:lnTo>
                    <a:pt x="12227" y="30233"/>
                  </a:lnTo>
                  <a:lnTo>
                    <a:pt x="26391" y="14007"/>
                  </a:lnTo>
                  <a:lnTo>
                    <a:pt x="44239" y="3590"/>
                  </a:lnTo>
                  <a:lnTo>
                    <a:pt x="64023" y="0"/>
                  </a:lnTo>
                  <a:lnTo>
                    <a:pt x="83807" y="3590"/>
                  </a:lnTo>
                  <a:lnTo>
                    <a:pt x="101654" y="14007"/>
                  </a:lnTo>
                  <a:lnTo>
                    <a:pt x="115818" y="30233"/>
                  </a:lnTo>
                  <a:lnTo>
                    <a:pt x="124912" y="50678"/>
                  </a:lnTo>
                  <a:lnTo>
                    <a:pt x="128045" y="73342"/>
                  </a:lnTo>
                  <a:lnTo>
                    <a:pt x="128045" y="39814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9127766" y="5955030"/>
              <a:ext cx="128045" cy="398145"/>
            </a:xfrm>
            <a:custGeom>
              <a:avLst/>
              <a:gdLst/>
              <a:ahLst/>
              <a:cxnLst/>
              <a:rect l="l" t="t" r="r" b="b"/>
              <a:pathLst>
                <a:path w="128045" h="398145">
                  <a:moveTo>
                    <a:pt x="0" y="398145"/>
                  </a:moveTo>
                  <a:lnTo>
                    <a:pt x="0" y="73342"/>
                  </a:lnTo>
                  <a:lnTo>
                    <a:pt x="0" y="73342"/>
                  </a:lnTo>
                  <a:lnTo>
                    <a:pt x="3133" y="50678"/>
                  </a:lnTo>
                  <a:lnTo>
                    <a:pt x="12227" y="30233"/>
                  </a:lnTo>
                  <a:lnTo>
                    <a:pt x="26391" y="14007"/>
                  </a:lnTo>
                  <a:lnTo>
                    <a:pt x="44238" y="3590"/>
                  </a:lnTo>
                  <a:lnTo>
                    <a:pt x="64022" y="0"/>
                  </a:lnTo>
                  <a:lnTo>
                    <a:pt x="83806" y="3590"/>
                  </a:lnTo>
                  <a:lnTo>
                    <a:pt x="101654" y="14007"/>
                  </a:lnTo>
                  <a:lnTo>
                    <a:pt x="115817" y="30233"/>
                  </a:lnTo>
                  <a:lnTo>
                    <a:pt x="124911" y="50678"/>
                  </a:lnTo>
                  <a:lnTo>
                    <a:pt x="128045" y="73342"/>
                  </a:lnTo>
                  <a:lnTo>
                    <a:pt x="128045" y="39814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9365563" y="5955030"/>
              <a:ext cx="128045" cy="398145"/>
            </a:xfrm>
            <a:custGeom>
              <a:avLst/>
              <a:gdLst/>
              <a:ahLst/>
              <a:cxnLst/>
              <a:rect l="l" t="t" r="r" b="b"/>
              <a:pathLst>
                <a:path w="128045" h="398145">
                  <a:moveTo>
                    <a:pt x="0" y="398145"/>
                  </a:moveTo>
                  <a:lnTo>
                    <a:pt x="0" y="73342"/>
                  </a:lnTo>
                  <a:lnTo>
                    <a:pt x="0" y="73342"/>
                  </a:lnTo>
                  <a:lnTo>
                    <a:pt x="3134" y="50678"/>
                  </a:lnTo>
                  <a:lnTo>
                    <a:pt x="12227" y="30233"/>
                  </a:lnTo>
                  <a:lnTo>
                    <a:pt x="26391" y="14007"/>
                  </a:lnTo>
                  <a:lnTo>
                    <a:pt x="44239" y="3590"/>
                  </a:lnTo>
                  <a:lnTo>
                    <a:pt x="64023" y="0"/>
                  </a:lnTo>
                  <a:lnTo>
                    <a:pt x="83807" y="3590"/>
                  </a:lnTo>
                  <a:lnTo>
                    <a:pt x="101654" y="14007"/>
                  </a:lnTo>
                  <a:lnTo>
                    <a:pt x="115818" y="30233"/>
                  </a:lnTo>
                  <a:lnTo>
                    <a:pt x="124912" y="50678"/>
                  </a:lnTo>
                  <a:lnTo>
                    <a:pt x="128045" y="73342"/>
                  </a:lnTo>
                  <a:lnTo>
                    <a:pt x="128045" y="398145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Freeform 184"/>
            <p:cNvSpPr/>
            <p:nvPr/>
          </p:nvSpPr>
          <p:spPr>
            <a:xfrm>
              <a:off x="9178069" y="5284470"/>
              <a:ext cx="27438" cy="125730"/>
            </a:xfrm>
            <a:custGeom>
              <a:avLst/>
              <a:gdLst/>
              <a:ahLst/>
              <a:cxnLst/>
              <a:rect l="l" t="t" r="r" b="b"/>
              <a:pathLst>
                <a:path w="27438" h="125730">
                  <a:moveTo>
                    <a:pt x="0" y="125730"/>
                  </a:moveTo>
                  <a:lnTo>
                    <a:pt x="0" y="0"/>
                  </a:lnTo>
                  <a:lnTo>
                    <a:pt x="27438" y="0"/>
                  </a:lnTo>
                  <a:lnTo>
                    <a:pt x="27438" y="12573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9859450" y="4341495"/>
              <a:ext cx="310966" cy="2242185"/>
            </a:xfrm>
            <a:custGeom>
              <a:avLst/>
              <a:gdLst/>
              <a:ahLst/>
              <a:cxnLst/>
              <a:rect l="l" t="t" r="r" b="b"/>
              <a:pathLst>
                <a:path w="310966" h="2242185">
                  <a:moveTo>
                    <a:pt x="0" y="2242185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24218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Freeform 186"/>
            <p:cNvSpPr/>
            <p:nvPr/>
          </p:nvSpPr>
          <p:spPr>
            <a:xfrm>
              <a:off x="10001214" y="3985260"/>
              <a:ext cx="27439" cy="356235"/>
            </a:xfrm>
            <a:custGeom>
              <a:avLst/>
              <a:gdLst/>
              <a:ahLst/>
              <a:cxnLst/>
              <a:rect l="l" t="t" r="r" b="b"/>
              <a:pathLst>
                <a:path w="27439" h="356235">
                  <a:moveTo>
                    <a:pt x="0" y="356235"/>
                  </a:moveTo>
                  <a:lnTo>
                    <a:pt x="0" y="0"/>
                  </a:lnTo>
                  <a:lnTo>
                    <a:pt x="27439" y="0"/>
                  </a:lnTo>
                  <a:lnTo>
                    <a:pt x="27439" y="35623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Freeform 187"/>
            <p:cNvSpPr/>
            <p:nvPr/>
          </p:nvSpPr>
          <p:spPr>
            <a:xfrm>
              <a:off x="9905181" y="6374130"/>
              <a:ext cx="219505" cy="41910"/>
            </a:xfrm>
            <a:custGeom>
              <a:avLst/>
              <a:gdLst/>
              <a:ahLst/>
              <a:cxnLst/>
              <a:rect l="l" t="t" r="r" b="b"/>
              <a:pathLst>
                <a:path w="219505" h="41910">
                  <a:moveTo>
                    <a:pt x="0" y="41910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Freeform 188"/>
            <p:cNvSpPr/>
            <p:nvPr/>
          </p:nvSpPr>
          <p:spPr>
            <a:xfrm>
              <a:off x="9905181" y="6143625"/>
              <a:ext cx="219505" cy="41910"/>
            </a:xfrm>
            <a:custGeom>
              <a:avLst/>
              <a:gdLst/>
              <a:ahLst/>
              <a:cxnLst/>
              <a:rect l="l" t="t" r="r" b="b"/>
              <a:pathLst>
                <a:path w="219505" h="41910">
                  <a:moveTo>
                    <a:pt x="0" y="41910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9905181" y="5913120"/>
              <a:ext cx="219505" cy="41910"/>
            </a:xfrm>
            <a:custGeom>
              <a:avLst/>
              <a:gdLst/>
              <a:ahLst/>
              <a:cxnLst/>
              <a:rect l="l" t="t" r="r" b="b"/>
              <a:pathLst>
                <a:path w="219505" h="41910">
                  <a:moveTo>
                    <a:pt x="0" y="41910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Freeform 190"/>
            <p:cNvSpPr/>
            <p:nvPr/>
          </p:nvSpPr>
          <p:spPr>
            <a:xfrm>
              <a:off x="9905181" y="5682615"/>
              <a:ext cx="219505" cy="41910"/>
            </a:xfrm>
            <a:custGeom>
              <a:avLst/>
              <a:gdLst/>
              <a:ahLst/>
              <a:cxnLst/>
              <a:rect l="l" t="t" r="r" b="b"/>
              <a:pathLst>
                <a:path w="219505" h="41910">
                  <a:moveTo>
                    <a:pt x="0" y="41910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Freeform 191"/>
            <p:cNvSpPr/>
            <p:nvPr/>
          </p:nvSpPr>
          <p:spPr>
            <a:xfrm>
              <a:off x="9905181" y="5452110"/>
              <a:ext cx="219505" cy="41910"/>
            </a:xfrm>
            <a:custGeom>
              <a:avLst/>
              <a:gdLst/>
              <a:ahLst/>
              <a:cxnLst/>
              <a:rect l="l" t="t" r="r" b="b"/>
              <a:pathLst>
                <a:path w="219505" h="41910">
                  <a:moveTo>
                    <a:pt x="0" y="41910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Freeform 192"/>
            <p:cNvSpPr/>
            <p:nvPr/>
          </p:nvSpPr>
          <p:spPr>
            <a:xfrm>
              <a:off x="9905181" y="5221605"/>
              <a:ext cx="219505" cy="41910"/>
            </a:xfrm>
            <a:custGeom>
              <a:avLst/>
              <a:gdLst/>
              <a:ahLst/>
              <a:cxnLst/>
              <a:rect l="l" t="t" r="r" b="b"/>
              <a:pathLst>
                <a:path w="219505" h="41910">
                  <a:moveTo>
                    <a:pt x="0" y="41910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Freeform 193"/>
            <p:cNvSpPr/>
            <p:nvPr/>
          </p:nvSpPr>
          <p:spPr>
            <a:xfrm>
              <a:off x="9905181" y="4991100"/>
              <a:ext cx="219505" cy="41910"/>
            </a:xfrm>
            <a:custGeom>
              <a:avLst/>
              <a:gdLst/>
              <a:ahLst/>
              <a:cxnLst/>
              <a:rect l="l" t="t" r="r" b="b"/>
              <a:pathLst>
                <a:path w="219505" h="41910">
                  <a:moveTo>
                    <a:pt x="0" y="41910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Freeform 194"/>
            <p:cNvSpPr/>
            <p:nvPr/>
          </p:nvSpPr>
          <p:spPr>
            <a:xfrm>
              <a:off x="9905181" y="4760595"/>
              <a:ext cx="219505" cy="41910"/>
            </a:xfrm>
            <a:custGeom>
              <a:avLst/>
              <a:gdLst/>
              <a:ahLst/>
              <a:cxnLst/>
              <a:rect l="l" t="t" r="r" b="b"/>
              <a:pathLst>
                <a:path w="219505" h="41910">
                  <a:moveTo>
                    <a:pt x="0" y="41910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Freeform 195"/>
            <p:cNvSpPr/>
            <p:nvPr/>
          </p:nvSpPr>
          <p:spPr>
            <a:xfrm>
              <a:off x="10225293" y="4823460"/>
              <a:ext cx="384134" cy="1760220"/>
            </a:xfrm>
            <a:custGeom>
              <a:avLst/>
              <a:gdLst/>
              <a:ahLst/>
              <a:cxnLst/>
              <a:rect l="l" t="t" r="r" b="b"/>
              <a:pathLst>
                <a:path w="384134" h="1760220">
                  <a:moveTo>
                    <a:pt x="0" y="1760220"/>
                  </a:moveTo>
                  <a:lnTo>
                    <a:pt x="0" y="0"/>
                  </a:lnTo>
                  <a:lnTo>
                    <a:pt x="384134" y="0"/>
                  </a:lnTo>
                  <a:lnTo>
                    <a:pt x="384134" y="176022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Freeform 196"/>
            <p:cNvSpPr/>
            <p:nvPr/>
          </p:nvSpPr>
          <p:spPr>
            <a:xfrm>
              <a:off x="10298461" y="4613910"/>
              <a:ext cx="237798" cy="1969770"/>
            </a:xfrm>
            <a:custGeom>
              <a:avLst/>
              <a:gdLst/>
              <a:ahLst/>
              <a:cxnLst/>
              <a:rect l="l" t="t" r="r" b="b"/>
              <a:pathLst>
                <a:path w="237798" h="1969770">
                  <a:moveTo>
                    <a:pt x="0" y="1969770"/>
                  </a:moveTo>
                  <a:lnTo>
                    <a:pt x="0" y="0"/>
                  </a:lnTo>
                  <a:lnTo>
                    <a:pt x="237798" y="0"/>
                  </a:lnTo>
                  <a:lnTo>
                    <a:pt x="237798" y="196977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Freeform 197"/>
            <p:cNvSpPr/>
            <p:nvPr/>
          </p:nvSpPr>
          <p:spPr>
            <a:xfrm>
              <a:off x="10271023" y="6374130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Freeform 198"/>
            <p:cNvSpPr/>
            <p:nvPr/>
          </p:nvSpPr>
          <p:spPr>
            <a:xfrm>
              <a:off x="10271023" y="6143625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Freeform 199"/>
            <p:cNvSpPr/>
            <p:nvPr/>
          </p:nvSpPr>
          <p:spPr>
            <a:xfrm>
              <a:off x="10271023" y="5913120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Freeform 200"/>
            <p:cNvSpPr/>
            <p:nvPr/>
          </p:nvSpPr>
          <p:spPr>
            <a:xfrm>
              <a:off x="10271023" y="5682615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Freeform 201"/>
            <p:cNvSpPr/>
            <p:nvPr/>
          </p:nvSpPr>
          <p:spPr>
            <a:xfrm>
              <a:off x="10271023" y="5452110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Freeform 202"/>
            <p:cNvSpPr/>
            <p:nvPr/>
          </p:nvSpPr>
          <p:spPr>
            <a:xfrm>
              <a:off x="10271023" y="5221605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10664304" y="4592955"/>
              <a:ext cx="256089" cy="1990725"/>
            </a:xfrm>
            <a:custGeom>
              <a:avLst/>
              <a:gdLst/>
              <a:ahLst/>
              <a:cxnLst/>
              <a:rect l="l" t="t" r="r" b="b"/>
              <a:pathLst>
                <a:path w="256089" h="1990725">
                  <a:moveTo>
                    <a:pt x="0" y="1990725"/>
                  </a:moveTo>
                  <a:lnTo>
                    <a:pt x="0" y="209550"/>
                  </a:lnTo>
                  <a:lnTo>
                    <a:pt x="256089" y="0"/>
                  </a:lnTo>
                  <a:lnTo>
                    <a:pt x="256089" y="199072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Freeform 204"/>
            <p:cNvSpPr/>
            <p:nvPr/>
          </p:nvSpPr>
          <p:spPr>
            <a:xfrm>
              <a:off x="10710034" y="6374130"/>
              <a:ext cx="164629" cy="41910"/>
            </a:xfrm>
            <a:custGeom>
              <a:avLst/>
              <a:gdLst/>
              <a:ahLst/>
              <a:cxnLst/>
              <a:rect l="l" t="t" r="r" b="b"/>
              <a:pathLst>
                <a:path w="164629" h="41910">
                  <a:moveTo>
                    <a:pt x="0" y="41910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Freeform 205"/>
            <p:cNvSpPr/>
            <p:nvPr/>
          </p:nvSpPr>
          <p:spPr>
            <a:xfrm>
              <a:off x="10710034" y="6143625"/>
              <a:ext cx="164629" cy="41910"/>
            </a:xfrm>
            <a:custGeom>
              <a:avLst/>
              <a:gdLst/>
              <a:ahLst/>
              <a:cxnLst/>
              <a:rect l="l" t="t" r="r" b="b"/>
              <a:pathLst>
                <a:path w="164629" h="41910">
                  <a:moveTo>
                    <a:pt x="0" y="41910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Freeform 206"/>
            <p:cNvSpPr/>
            <p:nvPr/>
          </p:nvSpPr>
          <p:spPr>
            <a:xfrm>
              <a:off x="10710034" y="5913120"/>
              <a:ext cx="164629" cy="41910"/>
            </a:xfrm>
            <a:custGeom>
              <a:avLst/>
              <a:gdLst/>
              <a:ahLst/>
              <a:cxnLst/>
              <a:rect l="l" t="t" r="r" b="b"/>
              <a:pathLst>
                <a:path w="164629" h="41910">
                  <a:moveTo>
                    <a:pt x="0" y="41910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Freeform 207"/>
            <p:cNvSpPr/>
            <p:nvPr/>
          </p:nvSpPr>
          <p:spPr>
            <a:xfrm>
              <a:off x="10710034" y="5682615"/>
              <a:ext cx="164629" cy="41910"/>
            </a:xfrm>
            <a:custGeom>
              <a:avLst/>
              <a:gdLst/>
              <a:ahLst/>
              <a:cxnLst/>
              <a:rect l="l" t="t" r="r" b="b"/>
              <a:pathLst>
                <a:path w="164629" h="41910">
                  <a:moveTo>
                    <a:pt x="0" y="41910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Freeform 208"/>
            <p:cNvSpPr/>
            <p:nvPr/>
          </p:nvSpPr>
          <p:spPr>
            <a:xfrm>
              <a:off x="10710034" y="5452110"/>
              <a:ext cx="164629" cy="41910"/>
            </a:xfrm>
            <a:custGeom>
              <a:avLst/>
              <a:gdLst/>
              <a:ahLst/>
              <a:cxnLst/>
              <a:rect l="l" t="t" r="r" b="b"/>
              <a:pathLst>
                <a:path w="164629" h="41910">
                  <a:moveTo>
                    <a:pt x="0" y="41910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10710034" y="5221605"/>
              <a:ext cx="164629" cy="41910"/>
            </a:xfrm>
            <a:custGeom>
              <a:avLst/>
              <a:gdLst/>
              <a:ahLst/>
              <a:cxnLst/>
              <a:rect l="l" t="t" r="r" b="b"/>
              <a:pathLst>
                <a:path w="164629" h="41910">
                  <a:moveTo>
                    <a:pt x="0" y="41910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Freeform 210"/>
            <p:cNvSpPr/>
            <p:nvPr/>
          </p:nvSpPr>
          <p:spPr>
            <a:xfrm>
              <a:off x="10710034" y="4991100"/>
              <a:ext cx="164629" cy="41910"/>
            </a:xfrm>
            <a:custGeom>
              <a:avLst/>
              <a:gdLst/>
              <a:ahLst/>
              <a:cxnLst/>
              <a:rect l="l" t="t" r="r" b="b"/>
              <a:pathLst>
                <a:path w="164629" h="41910">
                  <a:moveTo>
                    <a:pt x="0" y="41910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Freeform 211"/>
            <p:cNvSpPr/>
            <p:nvPr/>
          </p:nvSpPr>
          <p:spPr>
            <a:xfrm>
              <a:off x="10975269" y="5053965"/>
              <a:ext cx="402427" cy="1529715"/>
            </a:xfrm>
            <a:custGeom>
              <a:avLst/>
              <a:gdLst/>
              <a:ahLst/>
              <a:cxnLst/>
              <a:rect l="l" t="t" r="r" b="b"/>
              <a:pathLst>
                <a:path w="402427" h="1529715">
                  <a:moveTo>
                    <a:pt x="0" y="1529715"/>
                  </a:moveTo>
                  <a:lnTo>
                    <a:pt x="0" y="0"/>
                  </a:lnTo>
                  <a:lnTo>
                    <a:pt x="402427" y="0"/>
                  </a:lnTo>
                  <a:lnTo>
                    <a:pt x="402427" y="1529715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Freeform 212"/>
            <p:cNvSpPr/>
            <p:nvPr/>
          </p:nvSpPr>
          <p:spPr>
            <a:xfrm>
              <a:off x="11021000" y="6374130"/>
              <a:ext cx="310966" cy="41910"/>
            </a:xfrm>
            <a:custGeom>
              <a:avLst/>
              <a:gdLst/>
              <a:ahLst/>
              <a:cxnLst/>
              <a:rect l="l" t="t" r="r" b="b"/>
              <a:pathLst>
                <a:path w="310966" h="41910">
                  <a:moveTo>
                    <a:pt x="0" y="41910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Freeform 213"/>
            <p:cNvSpPr/>
            <p:nvPr/>
          </p:nvSpPr>
          <p:spPr>
            <a:xfrm>
              <a:off x="11021000" y="6143625"/>
              <a:ext cx="310966" cy="41910"/>
            </a:xfrm>
            <a:custGeom>
              <a:avLst/>
              <a:gdLst/>
              <a:ahLst/>
              <a:cxnLst/>
              <a:rect l="l" t="t" r="r" b="b"/>
              <a:pathLst>
                <a:path w="310966" h="41910">
                  <a:moveTo>
                    <a:pt x="0" y="41910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Freeform 214"/>
            <p:cNvSpPr/>
            <p:nvPr/>
          </p:nvSpPr>
          <p:spPr>
            <a:xfrm>
              <a:off x="11021000" y="5913120"/>
              <a:ext cx="310966" cy="41910"/>
            </a:xfrm>
            <a:custGeom>
              <a:avLst/>
              <a:gdLst/>
              <a:ahLst/>
              <a:cxnLst/>
              <a:rect l="l" t="t" r="r" b="b"/>
              <a:pathLst>
                <a:path w="310966" h="41910">
                  <a:moveTo>
                    <a:pt x="0" y="41910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Freeform 215"/>
            <p:cNvSpPr/>
            <p:nvPr/>
          </p:nvSpPr>
          <p:spPr>
            <a:xfrm>
              <a:off x="11021000" y="5682615"/>
              <a:ext cx="310966" cy="41910"/>
            </a:xfrm>
            <a:custGeom>
              <a:avLst/>
              <a:gdLst/>
              <a:ahLst/>
              <a:cxnLst/>
              <a:rect l="l" t="t" r="r" b="b"/>
              <a:pathLst>
                <a:path w="310966" h="41910">
                  <a:moveTo>
                    <a:pt x="0" y="41910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Freeform 216"/>
            <p:cNvSpPr/>
            <p:nvPr/>
          </p:nvSpPr>
          <p:spPr>
            <a:xfrm>
              <a:off x="11021000" y="5452110"/>
              <a:ext cx="310966" cy="41910"/>
            </a:xfrm>
            <a:custGeom>
              <a:avLst/>
              <a:gdLst/>
              <a:ahLst/>
              <a:cxnLst/>
              <a:rect l="l" t="t" r="r" b="b"/>
              <a:pathLst>
                <a:path w="310966" h="41910">
                  <a:moveTo>
                    <a:pt x="0" y="41910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Freeform 217"/>
            <p:cNvSpPr/>
            <p:nvPr/>
          </p:nvSpPr>
          <p:spPr>
            <a:xfrm>
              <a:off x="11432572" y="4110990"/>
              <a:ext cx="384135" cy="2472690"/>
            </a:xfrm>
            <a:custGeom>
              <a:avLst/>
              <a:gdLst/>
              <a:ahLst/>
              <a:cxnLst/>
              <a:rect l="l" t="t" r="r" b="b"/>
              <a:pathLst>
                <a:path w="384135" h="2472690">
                  <a:moveTo>
                    <a:pt x="0" y="2472690"/>
                  </a:moveTo>
                  <a:lnTo>
                    <a:pt x="0" y="0"/>
                  </a:lnTo>
                  <a:lnTo>
                    <a:pt x="384135" y="0"/>
                  </a:lnTo>
                  <a:lnTo>
                    <a:pt x="384135" y="247269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Freeform 218"/>
            <p:cNvSpPr/>
            <p:nvPr/>
          </p:nvSpPr>
          <p:spPr>
            <a:xfrm>
              <a:off x="11487449" y="3817620"/>
              <a:ext cx="274381" cy="293370"/>
            </a:xfrm>
            <a:custGeom>
              <a:avLst/>
              <a:gdLst/>
              <a:ahLst/>
              <a:cxnLst/>
              <a:rect l="l" t="t" r="r" b="b"/>
              <a:pathLst>
                <a:path w="274381" h="293370">
                  <a:moveTo>
                    <a:pt x="0" y="293370"/>
                  </a:moveTo>
                  <a:lnTo>
                    <a:pt x="0" y="146685"/>
                  </a:lnTo>
                  <a:lnTo>
                    <a:pt x="137191" y="0"/>
                  </a:lnTo>
                  <a:lnTo>
                    <a:pt x="274381" y="146685"/>
                  </a:lnTo>
                  <a:lnTo>
                    <a:pt x="274381" y="29337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Freeform 219"/>
            <p:cNvSpPr/>
            <p:nvPr/>
          </p:nvSpPr>
          <p:spPr>
            <a:xfrm>
              <a:off x="11478303" y="6374130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Freeform 220"/>
            <p:cNvSpPr/>
            <p:nvPr/>
          </p:nvSpPr>
          <p:spPr>
            <a:xfrm>
              <a:off x="11478303" y="6143625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Freeform 221"/>
            <p:cNvSpPr/>
            <p:nvPr/>
          </p:nvSpPr>
          <p:spPr>
            <a:xfrm>
              <a:off x="11478303" y="5913120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Freeform 222"/>
            <p:cNvSpPr/>
            <p:nvPr/>
          </p:nvSpPr>
          <p:spPr>
            <a:xfrm>
              <a:off x="11478303" y="5682615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Freeform 223"/>
            <p:cNvSpPr/>
            <p:nvPr/>
          </p:nvSpPr>
          <p:spPr>
            <a:xfrm>
              <a:off x="11478303" y="5452110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Freeform 224"/>
            <p:cNvSpPr/>
            <p:nvPr/>
          </p:nvSpPr>
          <p:spPr>
            <a:xfrm>
              <a:off x="11478303" y="5221605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Freeform 225"/>
            <p:cNvSpPr/>
            <p:nvPr/>
          </p:nvSpPr>
          <p:spPr>
            <a:xfrm>
              <a:off x="11478303" y="4991100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Freeform 226"/>
            <p:cNvSpPr/>
            <p:nvPr/>
          </p:nvSpPr>
          <p:spPr>
            <a:xfrm>
              <a:off x="11478303" y="4760595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Freeform 227"/>
            <p:cNvSpPr/>
            <p:nvPr/>
          </p:nvSpPr>
          <p:spPr>
            <a:xfrm>
              <a:off x="11478303" y="4530090"/>
              <a:ext cx="292674" cy="41910"/>
            </a:xfrm>
            <a:custGeom>
              <a:avLst/>
              <a:gdLst/>
              <a:ahLst/>
              <a:cxnLst/>
              <a:rect l="l" t="t" r="r" b="b"/>
              <a:pathLst>
                <a:path w="292674" h="41910">
                  <a:moveTo>
                    <a:pt x="0" y="41910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Freeform 228"/>
            <p:cNvSpPr/>
            <p:nvPr/>
          </p:nvSpPr>
          <p:spPr>
            <a:xfrm>
              <a:off x="11871583" y="5284470"/>
              <a:ext cx="320112" cy="1299210"/>
            </a:xfrm>
            <a:custGeom>
              <a:avLst/>
              <a:gdLst/>
              <a:ahLst/>
              <a:cxnLst/>
              <a:rect l="l" t="t" r="r" b="b"/>
              <a:pathLst>
                <a:path w="320112" h="1299210">
                  <a:moveTo>
                    <a:pt x="0" y="1299210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129921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Freeform 229"/>
            <p:cNvSpPr/>
            <p:nvPr/>
          </p:nvSpPr>
          <p:spPr>
            <a:xfrm>
              <a:off x="11917313" y="6374130"/>
              <a:ext cx="228652" cy="41910"/>
            </a:xfrm>
            <a:custGeom>
              <a:avLst/>
              <a:gdLst/>
              <a:ahLst/>
              <a:cxnLst/>
              <a:rect l="l" t="t" r="r" b="b"/>
              <a:pathLst>
                <a:path w="228652" h="41910">
                  <a:moveTo>
                    <a:pt x="0" y="41910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Freeform 230"/>
            <p:cNvSpPr/>
            <p:nvPr/>
          </p:nvSpPr>
          <p:spPr>
            <a:xfrm>
              <a:off x="11917313" y="6143625"/>
              <a:ext cx="228652" cy="41910"/>
            </a:xfrm>
            <a:custGeom>
              <a:avLst/>
              <a:gdLst/>
              <a:ahLst/>
              <a:cxnLst/>
              <a:rect l="l" t="t" r="r" b="b"/>
              <a:pathLst>
                <a:path w="228652" h="41910">
                  <a:moveTo>
                    <a:pt x="0" y="41910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Freeform 231"/>
            <p:cNvSpPr/>
            <p:nvPr/>
          </p:nvSpPr>
          <p:spPr>
            <a:xfrm>
              <a:off x="11917313" y="5913120"/>
              <a:ext cx="228652" cy="41910"/>
            </a:xfrm>
            <a:custGeom>
              <a:avLst/>
              <a:gdLst/>
              <a:ahLst/>
              <a:cxnLst/>
              <a:rect l="l" t="t" r="r" b="b"/>
              <a:pathLst>
                <a:path w="228652" h="41910">
                  <a:moveTo>
                    <a:pt x="0" y="41910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Freeform 232"/>
            <p:cNvSpPr/>
            <p:nvPr/>
          </p:nvSpPr>
          <p:spPr>
            <a:xfrm>
              <a:off x="11917313" y="5682615"/>
              <a:ext cx="228652" cy="41910"/>
            </a:xfrm>
            <a:custGeom>
              <a:avLst/>
              <a:gdLst/>
              <a:ahLst/>
              <a:cxnLst/>
              <a:rect l="l" t="t" r="r" b="b"/>
              <a:pathLst>
                <a:path w="228652" h="41910">
                  <a:moveTo>
                    <a:pt x="0" y="41910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4191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4" name="Street map pattern"/>
          <p:cNvGrpSpPr/>
          <p:nvPr/>
        </p:nvGrpSpPr>
        <p:grpSpPr>
          <a:xfrm>
            <a:off x="502920" y="914400"/>
            <a:ext cx="1463040" cy="914400"/>
            <a:chOff x="502920" y="914400"/>
            <a:chExt cx="1463040" cy="914400"/>
          </a:xfrm>
        </p:grpSpPr>
        <p:cxnSp>
          <p:nvCxnSpPr>
            <p:cNvPr id="235" name="Connector 234"/>
            <p:cNvCxnSpPr/>
            <p:nvPr/>
          </p:nvCxnSpPr>
          <p:spPr>
            <a:xfrm>
              <a:off x="502920" y="1097280"/>
              <a:ext cx="1463040" cy="121920"/>
            </a:xfrm>
            <a:prstGeom prst="line">
              <a:avLst/>
            </a:prstGeom>
            <a:ln w="28575">
              <a:solidFill>
                <a:srgbClr val="A9C8E8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ctor 235"/>
            <p:cNvCxnSpPr/>
            <p:nvPr/>
          </p:nvCxnSpPr>
          <p:spPr>
            <a:xfrm flipV="1">
              <a:off x="502920" y="1493520"/>
              <a:ext cx="1463040" cy="121920"/>
            </a:xfrm>
            <a:prstGeom prst="line">
              <a:avLst/>
            </a:prstGeom>
            <a:ln w="28575">
              <a:solidFill>
                <a:srgbClr val="A9C8E8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ctor 236"/>
            <p:cNvCxnSpPr/>
            <p:nvPr/>
          </p:nvCxnSpPr>
          <p:spPr>
            <a:xfrm>
              <a:off x="824789" y="914400"/>
              <a:ext cx="117043" cy="914400"/>
            </a:xfrm>
            <a:prstGeom prst="line">
              <a:avLst/>
            </a:prstGeom>
            <a:ln w="28575">
              <a:solidFill>
                <a:srgbClr val="A9C8E8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ctor 237"/>
            <p:cNvCxnSpPr/>
            <p:nvPr/>
          </p:nvCxnSpPr>
          <p:spPr>
            <a:xfrm flipH="1">
              <a:off x="1410005" y="914400"/>
              <a:ext cx="87782" cy="914400"/>
            </a:xfrm>
            <a:prstGeom prst="line">
              <a:avLst/>
            </a:prstGeom>
            <a:ln w="28575">
              <a:solidFill>
                <a:srgbClr val="A9C8E8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ctor 238"/>
            <p:cNvCxnSpPr/>
            <p:nvPr/>
          </p:nvCxnSpPr>
          <p:spPr>
            <a:xfrm flipV="1">
              <a:off x="502920" y="914400"/>
              <a:ext cx="658368" cy="914400"/>
            </a:xfrm>
            <a:prstGeom prst="line">
              <a:avLst/>
            </a:prstGeom>
            <a:ln w="28575">
              <a:solidFill>
                <a:srgbClr val="A9C8E8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ctor 239"/>
            <p:cNvCxnSpPr/>
            <p:nvPr/>
          </p:nvCxnSpPr>
          <p:spPr>
            <a:xfrm>
              <a:off x="1761134" y="914400"/>
              <a:ext cx="204826" cy="396240"/>
            </a:xfrm>
            <a:prstGeom prst="line">
              <a:avLst/>
            </a:prstGeom>
            <a:ln w="28575">
              <a:solidFill>
                <a:srgbClr val="A9C8E8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or 240"/>
            <p:cNvCxnSpPr/>
            <p:nvPr/>
          </p:nvCxnSpPr>
          <p:spPr>
            <a:xfrm flipV="1">
              <a:off x="941832" y="1310640"/>
              <a:ext cx="497434" cy="45720"/>
            </a:xfrm>
            <a:prstGeom prst="line">
              <a:avLst/>
            </a:prstGeom>
            <a:ln w="12700">
              <a:solidFill>
                <a:srgbClr val="A9C8E8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ctor 241"/>
            <p:cNvCxnSpPr/>
            <p:nvPr/>
          </p:nvCxnSpPr>
          <p:spPr>
            <a:xfrm>
              <a:off x="1146658" y="1554480"/>
              <a:ext cx="73152" cy="274320"/>
            </a:xfrm>
            <a:prstGeom prst="line">
              <a:avLst/>
            </a:prstGeom>
            <a:ln w="12700">
              <a:solidFill>
                <a:srgbClr val="A9C8E8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Oval 242"/>
            <p:cNvSpPr/>
            <p:nvPr/>
          </p:nvSpPr>
          <p:spPr>
            <a:xfrm>
              <a:off x="1307592" y="1179576"/>
              <a:ext cx="292608" cy="292608"/>
            </a:xfrm>
            <a:prstGeom prst="ellipse">
              <a:avLst/>
            </a:prstGeom>
            <a:noFill/>
            <a:ln w="28575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244" name="Hexagon 243"/>
          <p:cNvSpPr/>
          <p:nvPr/>
        </p:nvSpPr>
        <p:spPr>
          <a:xfrm>
            <a:off x="10591495" y="960120"/>
            <a:ext cx="502920" cy="435529"/>
          </a:xfrm>
          <a:prstGeom prst="hexagon">
            <a:avLst/>
          </a:prstGeom>
          <a:noFill/>
          <a:ln w="15875">
            <a:solidFill>
              <a:srgbClr val="3E6990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Hexagon 244"/>
          <p:cNvSpPr/>
          <p:nvPr/>
        </p:nvSpPr>
        <p:spPr>
          <a:xfrm>
            <a:off x="10984687" y="1298448"/>
            <a:ext cx="347472" cy="300911"/>
          </a:xfrm>
          <a:prstGeom prst="hexagon">
            <a:avLst/>
          </a:prstGeom>
          <a:noFill/>
          <a:ln w="15875">
            <a:solidFill>
              <a:srgbClr val="4FC09A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 pill"/>
          <p:cNvSpPr/>
          <p:nvPr/>
        </p:nvSpPr>
        <p:spPr>
          <a:xfrm>
            <a:off x="457200" y="292608"/>
            <a:ext cx="249631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02 / 14  ·  Introduction</a:t>
            </a:r>
          </a:p>
        </p:txBody>
      </p:sp>
      <p:sp>
        <p:nvSpPr>
          <p:cNvPr id="3" name="Label pill"/>
          <p:cNvSpPr/>
          <p:nvPr/>
        </p:nvSpPr>
        <p:spPr>
          <a:xfrm>
            <a:off x="10019995" y="292608"/>
            <a:ext cx="17145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Why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0" spc="-150">
                <a:solidFill>
                  <a:srgbClr val="101C2E"/>
                </a:solidFill>
                <a:latin typeface="Bricolage Grotesque ExtraBold"/>
              </a:rPr>
              <a:t>WHY BABYLON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C3E57"/>
                </a:solidFill>
                <a:latin typeface="Figtree"/>
              </a:rPr>
              <a:t>Civic problems get reported, then lost. Babylon keeps every report visible until the fix is proven.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358444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77240" y="256032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E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07008" y="25511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01C2E"/>
                </a:solidFill>
                <a:latin typeface="Bricolage Grotesque ExtraBold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35808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Reports vanish with no follow-up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No proof a fix really happened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No view of which department is slow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331720"/>
            <a:ext cx="358444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44568" y="256032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974336" y="25511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01C2E"/>
                </a:solidFill>
                <a:latin typeface="Bricolage Grotesque ExtraBold"/>
              </a:rPr>
              <a:t>Who it's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035808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Citizens: report, vote, follow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City departments: work the queue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Admin: verify fixes, rank departments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331720"/>
            <a:ext cx="358444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311896" y="256032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41664" y="25511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01C2E"/>
                </a:solidFill>
                <a:latin typeface="Bricolage Grotesque ExtraBold"/>
              </a:rPr>
              <a:t>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035808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React 19, Vite 8, Tailwind 4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Express 5, MongoDB, Mongoose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JWT, Zod; Gemini + CLIP AI</a:t>
            </a:r>
          </a:p>
        </p:txBody>
      </p:sp>
      <p:sp>
        <p:nvSpPr>
          <p:cNvPr id="19" name="Hexagon 18"/>
          <p:cNvSpPr/>
          <p:nvPr/>
        </p:nvSpPr>
        <p:spPr>
          <a:xfrm>
            <a:off x="10865815" y="914400"/>
            <a:ext cx="548640" cy="475122"/>
          </a:xfrm>
          <a:prstGeom prst="hexagon">
            <a:avLst/>
          </a:prstGeom>
          <a:noFill/>
          <a:ln w="15875">
            <a:solidFill>
              <a:srgbClr val="3E6990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Hexagon 19"/>
          <p:cNvSpPr/>
          <p:nvPr/>
        </p:nvSpPr>
        <p:spPr>
          <a:xfrm>
            <a:off x="10454335" y="1234440"/>
            <a:ext cx="365760" cy="316748"/>
          </a:xfrm>
          <a:prstGeom prst="hexagon">
            <a:avLst/>
          </a:prstGeom>
          <a:noFill/>
          <a:ln w="15875">
            <a:solidFill>
              <a:srgbClr val="A9C8E8">
                <a:alpha val="9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21" name="Buriganga river band"/>
          <p:cNvGrpSpPr/>
          <p:nvPr/>
        </p:nvGrpSpPr>
        <p:grpSpPr>
          <a:xfrm>
            <a:off x="0" y="6656832"/>
            <a:ext cx="12191695" cy="201168"/>
            <a:chOff x="0" y="6656832"/>
            <a:chExt cx="12191695" cy="201168"/>
          </a:xfrm>
        </p:grpSpPr>
        <p:sp>
          <p:nvSpPr>
            <p:cNvPr id="22" name="Rectangle 21"/>
            <p:cNvSpPr/>
            <p:nvPr/>
          </p:nvSpPr>
          <p:spPr>
            <a:xfrm>
              <a:off x="0" y="6656832"/>
              <a:ext cx="12191695" cy="201168"/>
            </a:xfrm>
            <a:prstGeom prst="rect">
              <a:avLst/>
            </a:pr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23" name="Connector 22"/>
            <p:cNvCxnSpPr/>
            <p:nvPr/>
          </p:nvCxnSpPr>
          <p:spPr>
            <a:xfrm>
              <a:off x="2692401" y="6759843"/>
              <a:ext cx="704047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6551685" y="6764314"/>
              <a:ext cx="425680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321747" y="6775931"/>
              <a:ext cx="602913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654082" y="6784609"/>
              <a:ext cx="795769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9004014" y="6756119"/>
              <a:ext cx="950124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1771247" y="6764815"/>
              <a:ext cx="1159501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700231" y="6770652"/>
              <a:ext cx="979699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858141" y="6771584"/>
              <a:ext cx="906262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3359981" y="6731685"/>
              <a:ext cx="1157198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168386" y="6769422"/>
              <a:ext cx="1169346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7713929" y="6780519"/>
              <a:ext cx="726915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8629084" y="6754378"/>
              <a:ext cx="1221260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9451210" y="6735331"/>
              <a:ext cx="490090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>
              <a:off x="2471176" y="6782954"/>
              <a:ext cx="764586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8" name="Freeform 37"/>
            <p:cNvSpPr/>
            <p:nvPr/>
          </p:nvSpPr>
          <p:spPr>
            <a:xfrm>
              <a:off x="0" y="5831586"/>
              <a:ext cx="347550" cy="825246"/>
            </a:xfrm>
            <a:custGeom>
              <a:avLst/>
              <a:gdLst/>
              <a:ahLst/>
              <a:cxnLst/>
              <a:rect l="l" t="t" r="r" b="b"/>
              <a:pathLst>
                <a:path w="347550" h="825246">
                  <a:moveTo>
                    <a:pt x="0" y="825246"/>
                  </a:moveTo>
                  <a:lnTo>
                    <a:pt x="0" y="0"/>
                  </a:lnTo>
                  <a:lnTo>
                    <a:pt x="347550" y="0"/>
                  </a:lnTo>
                  <a:lnTo>
                    <a:pt x="347550" y="825246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384134" y="5209032"/>
              <a:ext cx="274382" cy="1447800"/>
            </a:xfrm>
            <a:custGeom>
              <a:avLst/>
              <a:gdLst/>
              <a:ahLst/>
              <a:cxnLst/>
              <a:rect l="l" t="t" r="r" b="b"/>
              <a:pathLst>
                <a:path w="274382" h="1447800">
                  <a:moveTo>
                    <a:pt x="0" y="1447800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144780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740831" y="5918454"/>
              <a:ext cx="420718" cy="738378"/>
            </a:xfrm>
            <a:custGeom>
              <a:avLst/>
              <a:gdLst/>
              <a:ahLst/>
              <a:cxnLst/>
              <a:rect l="l" t="t" r="r" b="b"/>
              <a:pathLst>
                <a:path w="420718" h="738378">
                  <a:moveTo>
                    <a:pt x="0" y="738378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73837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1225572" y="5889498"/>
              <a:ext cx="265235" cy="767334"/>
            </a:xfrm>
            <a:custGeom>
              <a:avLst/>
              <a:gdLst/>
              <a:ahLst/>
              <a:cxnLst/>
              <a:rect l="l" t="t" r="r" b="b"/>
              <a:pathLst>
                <a:path w="265235" h="767334">
                  <a:moveTo>
                    <a:pt x="0" y="767334"/>
                  </a:moveTo>
                  <a:lnTo>
                    <a:pt x="0" y="0"/>
                  </a:lnTo>
                  <a:lnTo>
                    <a:pt x="265235" y="0"/>
                  </a:lnTo>
                  <a:lnTo>
                    <a:pt x="265235" y="76733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536538" y="5889498"/>
              <a:ext cx="320112" cy="767334"/>
            </a:xfrm>
            <a:custGeom>
              <a:avLst/>
              <a:gdLst/>
              <a:ahLst/>
              <a:cxnLst/>
              <a:rect l="l" t="t" r="r" b="b"/>
              <a:pathLst>
                <a:path w="320112" h="767334">
                  <a:moveTo>
                    <a:pt x="0" y="767334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76733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893234" y="5860542"/>
              <a:ext cx="420719" cy="796290"/>
            </a:xfrm>
            <a:custGeom>
              <a:avLst/>
              <a:gdLst/>
              <a:ahLst/>
              <a:cxnLst/>
              <a:rect l="l" t="t" r="r" b="b"/>
              <a:pathLst>
                <a:path w="420719" h="796290">
                  <a:moveTo>
                    <a:pt x="0" y="796290"/>
                  </a:moveTo>
                  <a:lnTo>
                    <a:pt x="0" y="0"/>
                  </a:lnTo>
                  <a:lnTo>
                    <a:pt x="420719" y="0"/>
                  </a:lnTo>
                  <a:lnTo>
                    <a:pt x="420719" y="79629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2441997" y="5433441"/>
              <a:ext cx="439011" cy="1223391"/>
            </a:xfrm>
            <a:custGeom>
              <a:avLst/>
              <a:gdLst/>
              <a:ahLst/>
              <a:cxnLst/>
              <a:rect l="l" t="t" r="r" b="b"/>
              <a:pathLst>
                <a:path w="439011" h="1223391">
                  <a:moveTo>
                    <a:pt x="0" y="1223391"/>
                  </a:moveTo>
                  <a:lnTo>
                    <a:pt x="0" y="0"/>
                  </a:lnTo>
                  <a:lnTo>
                    <a:pt x="439011" y="0"/>
                  </a:lnTo>
                  <a:lnTo>
                    <a:pt x="439011" y="1223391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2999907" y="5607177"/>
              <a:ext cx="420719" cy="1049655"/>
            </a:xfrm>
            <a:custGeom>
              <a:avLst/>
              <a:gdLst/>
              <a:ahLst/>
              <a:cxnLst/>
              <a:rect l="l" t="t" r="r" b="b"/>
              <a:pathLst>
                <a:path w="420719" h="1049655">
                  <a:moveTo>
                    <a:pt x="0" y="1049655"/>
                  </a:moveTo>
                  <a:lnTo>
                    <a:pt x="0" y="0"/>
                  </a:lnTo>
                  <a:lnTo>
                    <a:pt x="420719" y="0"/>
                  </a:lnTo>
                  <a:lnTo>
                    <a:pt x="420719" y="104965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3168194" y="5476875"/>
              <a:ext cx="63108" cy="1179957"/>
            </a:xfrm>
            <a:custGeom>
              <a:avLst/>
              <a:gdLst/>
              <a:ahLst/>
              <a:cxnLst/>
              <a:rect l="l" t="t" r="r" b="b"/>
              <a:pathLst>
                <a:path w="63108" h="1179957">
                  <a:moveTo>
                    <a:pt x="0" y="1179957"/>
                  </a:moveTo>
                  <a:lnTo>
                    <a:pt x="0" y="0"/>
                  </a:lnTo>
                  <a:lnTo>
                    <a:pt x="63108" y="0"/>
                  </a:lnTo>
                  <a:lnTo>
                    <a:pt x="63108" y="1179957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3484648" y="5455158"/>
              <a:ext cx="265236" cy="1201674"/>
            </a:xfrm>
            <a:custGeom>
              <a:avLst/>
              <a:gdLst/>
              <a:ahLst/>
              <a:cxnLst/>
              <a:rect l="l" t="t" r="r" b="b"/>
              <a:pathLst>
                <a:path w="265236" h="1201674">
                  <a:moveTo>
                    <a:pt x="0" y="1201674"/>
                  </a:moveTo>
                  <a:lnTo>
                    <a:pt x="0" y="0"/>
                  </a:lnTo>
                  <a:lnTo>
                    <a:pt x="265236" y="0"/>
                  </a:lnTo>
                  <a:lnTo>
                    <a:pt x="265236" y="120167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3823052" y="5838825"/>
              <a:ext cx="374989" cy="818007"/>
            </a:xfrm>
            <a:custGeom>
              <a:avLst/>
              <a:gdLst/>
              <a:ahLst/>
              <a:cxnLst/>
              <a:rect l="l" t="t" r="r" b="b"/>
              <a:pathLst>
                <a:path w="374989" h="818007">
                  <a:moveTo>
                    <a:pt x="0" y="818007"/>
                  </a:moveTo>
                  <a:lnTo>
                    <a:pt x="0" y="0"/>
                  </a:lnTo>
                  <a:lnTo>
                    <a:pt x="374989" y="0"/>
                  </a:lnTo>
                  <a:lnTo>
                    <a:pt x="374989" y="818007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4316939" y="5455158"/>
              <a:ext cx="338404" cy="1201674"/>
            </a:xfrm>
            <a:custGeom>
              <a:avLst/>
              <a:gdLst/>
              <a:ahLst/>
              <a:cxnLst/>
              <a:rect l="l" t="t" r="r" b="b"/>
              <a:pathLst>
                <a:path w="338404" h="1201674">
                  <a:moveTo>
                    <a:pt x="0" y="1201674"/>
                  </a:moveTo>
                  <a:lnTo>
                    <a:pt x="0" y="0"/>
                  </a:lnTo>
                  <a:lnTo>
                    <a:pt x="338404" y="0"/>
                  </a:lnTo>
                  <a:lnTo>
                    <a:pt x="338404" y="120167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4710220" y="5433441"/>
              <a:ext cx="283528" cy="1223391"/>
            </a:xfrm>
            <a:custGeom>
              <a:avLst/>
              <a:gdLst/>
              <a:ahLst/>
              <a:cxnLst/>
              <a:rect l="l" t="t" r="r" b="b"/>
              <a:pathLst>
                <a:path w="283528" h="1223391">
                  <a:moveTo>
                    <a:pt x="0" y="1223391"/>
                  </a:moveTo>
                  <a:lnTo>
                    <a:pt x="0" y="0"/>
                  </a:lnTo>
                  <a:lnTo>
                    <a:pt x="283528" y="0"/>
                  </a:lnTo>
                  <a:lnTo>
                    <a:pt x="283528" y="1223391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5057770" y="5882259"/>
              <a:ext cx="356696" cy="774573"/>
            </a:xfrm>
            <a:custGeom>
              <a:avLst/>
              <a:gdLst/>
              <a:ahLst/>
              <a:cxnLst/>
              <a:rect l="l" t="t" r="r" b="b"/>
              <a:pathLst>
                <a:path w="356696" h="774573">
                  <a:moveTo>
                    <a:pt x="0" y="774573"/>
                  </a:moveTo>
                  <a:lnTo>
                    <a:pt x="0" y="0"/>
                  </a:lnTo>
                  <a:lnTo>
                    <a:pt x="356696" y="0"/>
                  </a:lnTo>
                  <a:lnTo>
                    <a:pt x="356696" y="774573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5460197" y="5918454"/>
              <a:ext cx="420718" cy="738378"/>
            </a:xfrm>
            <a:custGeom>
              <a:avLst/>
              <a:gdLst/>
              <a:ahLst/>
              <a:cxnLst/>
              <a:rect l="l" t="t" r="r" b="b"/>
              <a:pathLst>
                <a:path w="420718" h="738378">
                  <a:moveTo>
                    <a:pt x="0" y="738378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73837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5981522" y="5476875"/>
              <a:ext cx="448157" cy="1179957"/>
            </a:xfrm>
            <a:custGeom>
              <a:avLst/>
              <a:gdLst/>
              <a:ahLst/>
              <a:cxnLst/>
              <a:rect l="l" t="t" r="r" b="b"/>
              <a:pathLst>
                <a:path w="448157" h="1179957">
                  <a:moveTo>
                    <a:pt x="0" y="1179957"/>
                  </a:moveTo>
                  <a:lnTo>
                    <a:pt x="0" y="0"/>
                  </a:lnTo>
                  <a:lnTo>
                    <a:pt x="448157" y="0"/>
                  </a:lnTo>
                  <a:lnTo>
                    <a:pt x="448157" y="1179957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6511993" y="5433441"/>
              <a:ext cx="384135" cy="1223391"/>
            </a:xfrm>
            <a:custGeom>
              <a:avLst/>
              <a:gdLst/>
              <a:ahLst/>
              <a:cxnLst/>
              <a:rect l="l" t="t" r="r" b="b"/>
              <a:pathLst>
                <a:path w="384135" h="1223391">
                  <a:moveTo>
                    <a:pt x="0" y="1223391"/>
                  </a:moveTo>
                  <a:lnTo>
                    <a:pt x="0" y="0"/>
                  </a:lnTo>
                  <a:lnTo>
                    <a:pt x="384135" y="0"/>
                  </a:lnTo>
                  <a:lnTo>
                    <a:pt x="384135" y="1223391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6978442" y="5744718"/>
              <a:ext cx="338404" cy="912114"/>
            </a:xfrm>
            <a:custGeom>
              <a:avLst/>
              <a:gdLst/>
              <a:ahLst/>
              <a:cxnLst/>
              <a:rect l="l" t="t" r="r" b="b"/>
              <a:pathLst>
                <a:path w="338404" h="912114">
                  <a:moveTo>
                    <a:pt x="0" y="912114"/>
                  </a:moveTo>
                  <a:lnTo>
                    <a:pt x="0" y="0"/>
                  </a:lnTo>
                  <a:lnTo>
                    <a:pt x="338404" y="0"/>
                  </a:lnTo>
                  <a:lnTo>
                    <a:pt x="338404" y="91211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7380869" y="5440680"/>
              <a:ext cx="274381" cy="1216152"/>
            </a:xfrm>
            <a:custGeom>
              <a:avLst/>
              <a:gdLst/>
              <a:ahLst/>
              <a:cxnLst/>
              <a:rect l="l" t="t" r="r" b="b"/>
              <a:pathLst>
                <a:path w="274381" h="1216152">
                  <a:moveTo>
                    <a:pt x="0" y="1216152"/>
                  </a:moveTo>
                  <a:lnTo>
                    <a:pt x="0" y="0"/>
                  </a:lnTo>
                  <a:lnTo>
                    <a:pt x="274381" y="0"/>
                  </a:lnTo>
                  <a:lnTo>
                    <a:pt x="274381" y="121615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7755857" y="5295900"/>
              <a:ext cx="347550" cy="1360932"/>
            </a:xfrm>
            <a:custGeom>
              <a:avLst/>
              <a:gdLst/>
              <a:ahLst/>
              <a:cxnLst/>
              <a:rect l="l" t="t" r="r" b="b"/>
              <a:pathLst>
                <a:path w="347550" h="1360932">
                  <a:moveTo>
                    <a:pt x="0" y="1360932"/>
                  </a:moveTo>
                  <a:lnTo>
                    <a:pt x="0" y="0"/>
                  </a:lnTo>
                  <a:lnTo>
                    <a:pt x="347550" y="0"/>
                  </a:lnTo>
                  <a:lnTo>
                    <a:pt x="347550" y="136093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8222306" y="5860542"/>
              <a:ext cx="274382" cy="796290"/>
            </a:xfrm>
            <a:custGeom>
              <a:avLst/>
              <a:gdLst/>
              <a:ahLst/>
              <a:cxnLst/>
              <a:rect l="l" t="t" r="r" b="b"/>
              <a:pathLst>
                <a:path w="274382" h="796290">
                  <a:moveTo>
                    <a:pt x="0" y="796290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79629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8551564" y="5657850"/>
              <a:ext cx="475595" cy="998982"/>
            </a:xfrm>
            <a:custGeom>
              <a:avLst/>
              <a:gdLst/>
              <a:ahLst/>
              <a:cxnLst/>
              <a:rect l="l" t="t" r="r" b="b"/>
              <a:pathLst>
                <a:path w="475595" h="998982">
                  <a:moveTo>
                    <a:pt x="0" y="998982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99898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8741802" y="5527548"/>
              <a:ext cx="71339" cy="1129284"/>
            </a:xfrm>
            <a:custGeom>
              <a:avLst/>
              <a:gdLst/>
              <a:ahLst/>
              <a:cxnLst/>
              <a:rect l="l" t="t" r="r" b="b"/>
              <a:pathLst>
                <a:path w="71339" h="1129284">
                  <a:moveTo>
                    <a:pt x="0" y="1129284"/>
                  </a:moveTo>
                  <a:lnTo>
                    <a:pt x="0" y="0"/>
                  </a:lnTo>
                  <a:lnTo>
                    <a:pt x="71339" y="0"/>
                  </a:lnTo>
                  <a:lnTo>
                    <a:pt x="71339" y="112928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9127766" y="5932932"/>
              <a:ext cx="374988" cy="723900"/>
            </a:xfrm>
            <a:custGeom>
              <a:avLst/>
              <a:gdLst/>
              <a:ahLst/>
              <a:cxnLst/>
              <a:rect l="l" t="t" r="r" b="b"/>
              <a:pathLst>
                <a:path w="374988" h="723900">
                  <a:moveTo>
                    <a:pt x="0" y="723900"/>
                  </a:moveTo>
                  <a:lnTo>
                    <a:pt x="0" y="0"/>
                  </a:lnTo>
                  <a:lnTo>
                    <a:pt x="374988" y="0"/>
                  </a:lnTo>
                  <a:lnTo>
                    <a:pt x="374988" y="72390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Freeform 61"/>
            <p:cNvSpPr/>
            <p:nvPr/>
          </p:nvSpPr>
          <p:spPr>
            <a:xfrm>
              <a:off x="9548484" y="5455158"/>
              <a:ext cx="475595" cy="1201674"/>
            </a:xfrm>
            <a:custGeom>
              <a:avLst/>
              <a:gdLst/>
              <a:ahLst/>
              <a:cxnLst/>
              <a:rect l="l" t="t" r="r" b="b"/>
              <a:pathLst>
                <a:path w="475595" h="1201674">
                  <a:moveTo>
                    <a:pt x="0" y="1201674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120167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reeform 62"/>
            <p:cNvSpPr/>
            <p:nvPr/>
          </p:nvSpPr>
          <p:spPr>
            <a:xfrm>
              <a:off x="10106394" y="5332095"/>
              <a:ext cx="347550" cy="1324737"/>
            </a:xfrm>
            <a:custGeom>
              <a:avLst/>
              <a:gdLst/>
              <a:ahLst/>
              <a:cxnLst/>
              <a:rect l="l" t="t" r="r" b="b"/>
              <a:pathLst>
                <a:path w="347550" h="1324737">
                  <a:moveTo>
                    <a:pt x="0" y="1324737"/>
                  </a:moveTo>
                  <a:lnTo>
                    <a:pt x="0" y="0"/>
                  </a:lnTo>
                  <a:lnTo>
                    <a:pt x="347550" y="0"/>
                  </a:lnTo>
                  <a:lnTo>
                    <a:pt x="347550" y="1324737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10554551" y="5230749"/>
              <a:ext cx="420718" cy="1426083"/>
            </a:xfrm>
            <a:custGeom>
              <a:avLst/>
              <a:gdLst/>
              <a:ahLst/>
              <a:cxnLst/>
              <a:rect l="l" t="t" r="r" b="b"/>
              <a:pathLst>
                <a:path w="420718" h="1426083">
                  <a:moveTo>
                    <a:pt x="0" y="1426083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1426083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11021000" y="5534787"/>
              <a:ext cx="329258" cy="1122045"/>
            </a:xfrm>
            <a:custGeom>
              <a:avLst/>
              <a:gdLst/>
              <a:ahLst/>
              <a:cxnLst/>
              <a:rect l="l" t="t" r="r" b="b"/>
              <a:pathLst>
                <a:path w="329258" h="1122045">
                  <a:moveTo>
                    <a:pt x="0" y="1122045"/>
                  </a:moveTo>
                  <a:lnTo>
                    <a:pt x="0" y="0"/>
                  </a:lnTo>
                  <a:lnTo>
                    <a:pt x="329258" y="0"/>
                  </a:lnTo>
                  <a:lnTo>
                    <a:pt x="329258" y="112204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11395988" y="5295900"/>
              <a:ext cx="265236" cy="1360932"/>
            </a:xfrm>
            <a:custGeom>
              <a:avLst/>
              <a:gdLst/>
              <a:ahLst/>
              <a:cxnLst/>
              <a:rect l="l" t="t" r="r" b="b"/>
              <a:pathLst>
                <a:path w="265236" h="1360932">
                  <a:moveTo>
                    <a:pt x="0" y="1360932"/>
                  </a:moveTo>
                  <a:lnTo>
                    <a:pt x="0" y="0"/>
                  </a:lnTo>
                  <a:lnTo>
                    <a:pt x="265236" y="0"/>
                  </a:lnTo>
                  <a:lnTo>
                    <a:pt x="265236" y="136093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11789269" y="5339334"/>
              <a:ext cx="420718" cy="1317498"/>
            </a:xfrm>
            <a:custGeom>
              <a:avLst/>
              <a:gdLst/>
              <a:ahLst/>
              <a:cxnLst/>
              <a:rect l="l" t="t" r="r" b="b"/>
              <a:pathLst>
                <a:path w="420718" h="1317498">
                  <a:moveTo>
                    <a:pt x="0" y="1317498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131749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91461" y="5795391"/>
              <a:ext cx="475595" cy="861441"/>
            </a:xfrm>
            <a:custGeom>
              <a:avLst/>
              <a:gdLst/>
              <a:ahLst/>
              <a:cxnLst/>
              <a:rect l="l" t="t" r="r" b="b"/>
              <a:pathLst>
                <a:path w="475595" h="861441">
                  <a:moveTo>
                    <a:pt x="0" y="861441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86144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759123" y="5723001"/>
              <a:ext cx="274382" cy="933831"/>
            </a:xfrm>
            <a:custGeom>
              <a:avLst/>
              <a:gdLst/>
              <a:ahLst/>
              <a:cxnLst/>
              <a:rect l="l" t="t" r="r" b="b"/>
              <a:pathLst>
                <a:path w="274382" h="933831">
                  <a:moveTo>
                    <a:pt x="0" y="933831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93383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813999" y="5628894"/>
              <a:ext cx="164629" cy="1027938"/>
            </a:xfrm>
            <a:custGeom>
              <a:avLst/>
              <a:gdLst/>
              <a:ahLst/>
              <a:cxnLst/>
              <a:rect l="l" t="t" r="r" b="b"/>
              <a:pathLst>
                <a:path w="164629" h="1027938">
                  <a:moveTo>
                    <a:pt x="0" y="1027938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102793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1262156" y="5954649"/>
              <a:ext cx="283528" cy="702183"/>
            </a:xfrm>
            <a:custGeom>
              <a:avLst/>
              <a:gdLst/>
              <a:ahLst/>
              <a:cxnLst/>
              <a:rect l="l" t="t" r="r" b="b"/>
              <a:pathLst>
                <a:path w="283528" h="702183">
                  <a:moveTo>
                    <a:pt x="0" y="702183"/>
                  </a:moveTo>
                  <a:lnTo>
                    <a:pt x="0" y="0"/>
                  </a:lnTo>
                  <a:lnTo>
                    <a:pt x="283528" y="0"/>
                  </a:lnTo>
                  <a:lnTo>
                    <a:pt x="283528" y="702183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673729" y="5925693"/>
              <a:ext cx="484741" cy="731139"/>
            </a:xfrm>
            <a:custGeom>
              <a:avLst/>
              <a:gdLst/>
              <a:ahLst/>
              <a:cxnLst/>
              <a:rect l="l" t="t" r="r" b="b"/>
              <a:pathLst>
                <a:path w="484741" h="731139">
                  <a:moveTo>
                    <a:pt x="0" y="731139"/>
                  </a:moveTo>
                  <a:lnTo>
                    <a:pt x="0" y="0"/>
                  </a:lnTo>
                  <a:lnTo>
                    <a:pt x="484741" y="0"/>
                  </a:lnTo>
                  <a:lnTo>
                    <a:pt x="484741" y="731139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Freeform 72"/>
            <p:cNvSpPr/>
            <p:nvPr/>
          </p:nvSpPr>
          <p:spPr>
            <a:xfrm>
              <a:off x="1770677" y="5744718"/>
              <a:ext cx="290844" cy="912114"/>
            </a:xfrm>
            <a:custGeom>
              <a:avLst/>
              <a:gdLst/>
              <a:ahLst/>
              <a:cxnLst/>
              <a:rect l="l" t="t" r="r" b="b"/>
              <a:pathLst>
                <a:path w="290844" h="912114">
                  <a:moveTo>
                    <a:pt x="0" y="912114"/>
                  </a:moveTo>
                  <a:lnTo>
                    <a:pt x="0" y="0"/>
                  </a:lnTo>
                  <a:lnTo>
                    <a:pt x="290844" y="0"/>
                  </a:lnTo>
                  <a:lnTo>
                    <a:pt x="290844" y="912114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2268222" y="5737479"/>
              <a:ext cx="320112" cy="919353"/>
            </a:xfrm>
            <a:custGeom>
              <a:avLst/>
              <a:gdLst/>
              <a:ahLst/>
              <a:cxnLst/>
              <a:rect l="l" t="t" r="r" b="b"/>
              <a:pathLst>
                <a:path w="320112" h="919353">
                  <a:moveTo>
                    <a:pt x="0" y="919353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919353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Freeform 74"/>
            <p:cNvSpPr/>
            <p:nvPr/>
          </p:nvSpPr>
          <p:spPr>
            <a:xfrm>
              <a:off x="2332245" y="5607177"/>
              <a:ext cx="192067" cy="1049655"/>
            </a:xfrm>
            <a:custGeom>
              <a:avLst/>
              <a:gdLst/>
              <a:ahLst/>
              <a:cxnLst/>
              <a:rect l="l" t="t" r="r" b="b"/>
              <a:pathLst>
                <a:path w="192067" h="1049655">
                  <a:moveTo>
                    <a:pt x="0" y="1049655"/>
                  </a:moveTo>
                  <a:lnTo>
                    <a:pt x="0" y="0"/>
                  </a:lnTo>
                  <a:lnTo>
                    <a:pt x="192067" y="0"/>
                  </a:lnTo>
                  <a:lnTo>
                    <a:pt x="192067" y="104965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2716379" y="5751957"/>
              <a:ext cx="512179" cy="904875"/>
            </a:xfrm>
            <a:custGeom>
              <a:avLst/>
              <a:gdLst/>
              <a:ahLst/>
              <a:cxnLst/>
              <a:rect l="l" t="t" r="r" b="b"/>
              <a:pathLst>
                <a:path w="512179" h="904875">
                  <a:moveTo>
                    <a:pt x="0" y="904875"/>
                  </a:moveTo>
                  <a:lnTo>
                    <a:pt x="0" y="0"/>
                  </a:lnTo>
                  <a:lnTo>
                    <a:pt x="512179" y="0"/>
                  </a:lnTo>
                  <a:lnTo>
                    <a:pt x="512179" y="90487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3393187" y="5766435"/>
              <a:ext cx="475595" cy="890397"/>
            </a:xfrm>
            <a:custGeom>
              <a:avLst/>
              <a:gdLst/>
              <a:ahLst/>
              <a:cxnLst/>
              <a:rect l="l" t="t" r="r" b="b"/>
              <a:pathLst>
                <a:path w="475595" h="890397">
                  <a:moveTo>
                    <a:pt x="0" y="890397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890397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4069996" y="5940171"/>
              <a:ext cx="548763" cy="716661"/>
            </a:xfrm>
            <a:custGeom>
              <a:avLst/>
              <a:gdLst/>
              <a:ahLst/>
              <a:cxnLst/>
              <a:rect l="l" t="t" r="r" b="b"/>
              <a:pathLst>
                <a:path w="548763" h="716661">
                  <a:moveTo>
                    <a:pt x="0" y="716661"/>
                  </a:moveTo>
                  <a:lnTo>
                    <a:pt x="0" y="0"/>
                  </a:lnTo>
                  <a:lnTo>
                    <a:pt x="548763" y="0"/>
                  </a:lnTo>
                  <a:lnTo>
                    <a:pt x="548763" y="71666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4179748" y="5831586"/>
              <a:ext cx="329259" cy="825246"/>
            </a:xfrm>
            <a:custGeom>
              <a:avLst/>
              <a:gdLst/>
              <a:ahLst/>
              <a:cxnLst/>
              <a:rect l="l" t="t" r="r" b="b"/>
              <a:pathLst>
                <a:path w="329259" h="825246">
                  <a:moveTo>
                    <a:pt x="0" y="825246"/>
                  </a:moveTo>
                  <a:lnTo>
                    <a:pt x="0" y="0"/>
                  </a:lnTo>
                  <a:lnTo>
                    <a:pt x="329259" y="0"/>
                  </a:lnTo>
                  <a:lnTo>
                    <a:pt x="329259" y="825246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6859543" y="5809869"/>
              <a:ext cx="429865" cy="846963"/>
            </a:xfrm>
            <a:custGeom>
              <a:avLst/>
              <a:gdLst/>
              <a:ahLst/>
              <a:cxnLst/>
              <a:rect l="l" t="t" r="r" b="b"/>
              <a:pathLst>
                <a:path w="429865" h="846963">
                  <a:moveTo>
                    <a:pt x="0" y="846963"/>
                  </a:moveTo>
                  <a:lnTo>
                    <a:pt x="0" y="0"/>
                  </a:lnTo>
                  <a:lnTo>
                    <a:pt x="429865" y="0"/>
                  </a:lnTo>
                  <a:lnTo>
                    <a:pt x="429865" y="846963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8496688" y="5578221"/>
              <a:ext cx="548763" cy="1078611"/>
            </a:xfrm>
            <a:custGeom>
              <a:avLst/>
              <a:gdLst/>
              <a:ahLst/>
              <a:cxnLst/>
              <a:rect l="l" t="t" r="r" b="b"/>
              <a:pathLst>
                <a:path w="548763" h="1078611">
                  <a:moveTo>
                    <a:pt x="0" y="1078611"/>
                  </a:moveTo>
                  <a:lnTo>
                    <a:pt x="0" y="0"/>
                  </a:lnTo>
                  <a:lnTo>
                    <a:pt x="548763" y="0"/>
                  </a:lnTo>
                  <a:lnTo>
                    <a:pt x="548763" y="107861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9146058" y="5636133"/>
              <a:ext cx="402426" cy="1020699"/>
            </a:xfrm>
            <a:custGeom>
              <a:avLst/>
              <a:gdLst/>
              <a:ahLst/>
              <a:cxnLst/>
              <a:rect l="l" t="t" r="r" b="b"/>
              <a:pathLst>
                <a:path w="402426" h="1020699">
                  <a:moveTo>
                    <a:pt x="0" y="1020699"/>
                  </a:moveTo>
                  <a:lnTo>
                    <a:pt x="0" y="0"/>
                  </a:lnTo>
                  <a:lnTo>
                    <a:pt x="402426" y="0"/>
                  </a:lnTo>
                  <a:lnTo>
                    <a:pt x="402426" y="1020699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9226543" y="5476875"/>
              <a:ext cx="241456" cy="1179957"/>
            </a:xfrm>
            <a:custGeom>
              <a:avLst/>
              <a:gdLst/>
              <a:ahLst/>
              <a:cxnLst/>
              <a:rect l="l" t="t" r="r" b="b"/>
              <a:pathLst>
                <a:path w="241456" h="1179957">
                  <a:moveTo>
                    <a:pt x="0" y="1179957"/>
                  </a:moveTo>
                  <a:lnTo>
                    <a:pt x="0" y="0"/>
                  </a:lnTo>
                  <a:lnTo>
                    <a:pt x="241456" y="0"/>
                  </a:lnTo>
                  <a:lnTo>
                    <a:pt x="241456" y="1179957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9749698" y="5708523"/>
              <a:ext cx="301820" cy="948309"/>
            </a:xfrm>
            <a:custGeom>
              <a:avLst/>
              <a:gdLst/>
              <a:ahLst/>
              <a:cxnLst/>
              <a:rect l="l" t="t" r="r" b="b"/>
              <a:pathLst>
                <a:path w="301820" h="948309">
                  <a:moveTo>
                    <a:pt x="0" y="948309"/>
                  </a:moveTo>
                  <a:lnTo>
                    <a:pt x="0" y="0"/>
                  </a:lnTo>
                  <a:lnTo>
                    <a:pt x="301820" y="0"/>
                  </a:lnTo>
                  <a:lnTo>
                    <a:pt x="301820" y="948309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10152124" y="6092190"/>
              <a:ext cx="329258" cy="564642"/>
            </a:xfrm>
            <a:custGeom>
              <a:avLst/>
              <a:gdLst/>
              <a:ahLst/>
              <a:cxnLst/>
              <a:rect l="l" t="t" r="r" b="b"/>
              <a:pathLst>
                <a:path w="329258" h="564642">
                  <a:moveTo>
                    <a:pt x="0" y="564642"/>
                  </a:moveTo>
                  <a:lnTo>
                    <a:pt x="0" y="0"/>
                  </a:lnTo>
                  <a:lnTo>
                    <a:pt x="329258" y="0"/>
                  </a:lnTo>
                  <a:lnTo>
                    <a:pt x="329258" y="56464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10700888" y="6048756"/>
              <a:ext cx="320112" cy="608076"/>
            </a:xfrm>
            <a:custGeom>
              <a:avLst/>
              <a:gdLst/>
              <a:ahLst/>
              <a:cxnLst/>
              <a:rect l="l" t="t" r="r" b="b"/>
              <a:pathLst>
                <a:path w="320112" h="608076">
                  <a:moveTo>
                    <a:pt x="0" y="608076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608076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Freeform 86"/>
            <p:cNvSpPr/>
            <p:nvPr/>
          </p:nvSpPr>
          <p:spPr>
            <a:xfrm>
              <a:off x="10764910" y="5969127"/>
              <a:ext cx="192067" cy="687705"/>
            </a:xfrm>
            <a:custGeom>
              <a:avLst/>
              <a:gdLst/>
              <a:ahLst/>
              <a:cxnLst/>
              <a:rect l="l" t="t" r="r" b="b"/>
              <a:pathLst>
                <a:path w="192067" h="687705">
                  <a:moveTo>
                    <a:pt x="0" y="687705"/>
                  </a:moveTo>
                  <a:lnTo>
                    <a:pt x="0" y="0"/>
                  </a:lnTo>
                  <a:lnTo>
                    <a:pt x="192067" y="0"/>
                  </a:lnTo>
                  <a:lnTo>
                    <a:pt x="192067" y="68770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11139899" y="5628894"/>
              <a:ext cx="274381" cy="1027938"/>
            </a:xfrm>
            <a:custGeom>
              <a:avLst/>
              <a:gdLst/>
              <a:ahLst/>
              <a:cxnLst/>
              <a:rect l="l" t="t" r="r" b="b"/>
              <a:pathLst>
                <a:path w="274381" h="1027938">
                  <a:moveTo>
                    <a:pt x="0" y="1027938"/>
                  </a:moveTo>
                  <a:lnTo>
                    <a:pt x="0" y="0"/>
                  </a:lnTo>
                  <a:lnTo>
                    <a:pt x="274381" y="0"/>
                  </a:lnTo>
                  <a:lnTo>
                    <a:pt x="274381" y="102793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Freeform 88"/>
            <p:cNvSpPr/>
            <p:nvPr/>
          </p:nvSpPr>
          <p:spPr>
            <a:xfrm>
              <a:off x="11194775" y="5534787"/>
              <a:ext cx="164629" cy="1122045"/>
            </a:xfrm>
            <a:custGeom>
              <a:avLst/>
              <a:gdLst/>
              <a:ahLst/>
              <a:cxnLst/>
              <a:rect l="l" t="t" r="r" b="b"/>
              <a:pathLst>
                <a:path w="164629" h="1122045">
                  <a:moveTo>
                    <a:pt x="0" y="1122045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112204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11606347" y="6128385"/>
              <a:ext cx="448157" cy="528447"/>
            </a:xfrm>
            <a:custGeom>
              <a:avLst/>
              <a:gdLst/>
              <a:ahLst/>
              <a:cxnLst/>
              <a:rect l="l" t="t" r="r" b="b"/>
              <a:pathLst>
                <a:path w="448157" h="528447">
                  <a:moveTo>
                    <a:pt x="0" y="528447"/>
                  </a:moveTo>
                  <a:lnTo>
                    <a:pt x="0" y="0"/>
                  </a:lnTo>
                  <a:lnTo>
                    <a:pt x="448157" y="0"/>
                  </a:lnTo>
                  <a:lnTo>
                    <a:pt x="448157" y="528447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11695979" y="6012561"/>
              <a:ext cx="268894" cy="644271"/>
            </a:xfrm>
            <a:custGeom>
              <a:avLst/>
              <a:gdLst/>
              <a:ahLst/>
              <a:cxnLst/>
              <a:rect l="l" t="t" r="r" b="b"/>
              <a:pathLst>
                <a:path w="268894" h="644271">
                  <a:moveTo>
                    <a:pt x="0" y="644271"/>
                  </a:moveTo>
                  <a:lnTo>
                    <a:pt x="0" y="0"/>
                  </a:lnTo>
                  <a:lnTo>
                    <a:pt x="268894" y="0"/>
                  </a:lnTo>
                  <a:lnTo>
                    <a:pt x="268894" y="64427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7170509" y="5469636"/>
              <a:ext cx="841438" cy="665988"/>
            </a:xfrm>
            <a:custGeom>
              <a:avLst/>
              <a:gdLst/>
              <a:ahLst/>
              <a:cxnLst/>
              <a:rect l="l" t="t" r="r" b="b"/>
              <a:pathLst>
                <a:path w="841438" h="665988">
                  <a:moveTo>
                    <a:pt x="841438" y="332994"/>
                  </a:moveTo>
                  <a:lnTo>
                    <a:pt x="833354" y="268030"/>
                  </a:lnTo>
                  <a:lnTo>
                    <a:pt x="809412" y="205563"/>
                  </a:lnTo>
                  <a:lnTo>
                    <a:pt x="770534" y="147992"/>
                  </a:lnTo>
                  <a:lnTo>
                    <a:pt x="718212" y="97532"/>
                  </a:lnTo>
                  <a:lnTo>
                    <a:pt x="654458" y="56120"/>
                  </a:lnTo>
                  <a:lnTo>
                    <a:pt x="581721" y="25348"/>
                  </a:lnTo>
                  <a:lnTo>
                    <a:pt x="502797" y="6398"/>
                  </a:lnTo>
                  <a:lnTo>
                    <a:pt x="420719" y="0"/>
                  </a:lnTo>
                  <a:lnTo>
                    <a:pt x="338641" y="6398"/>
                  </a:lnTo>
                  <a:lnTo>
                    <a:pt x="259717" y="25348"/>
                  </a:lnTo>
                  <a:lnTo>
                    <a:pt x="186980" y="56120"/>
                  </a:lnTo>
                  <a:lnTo>
                    <a:pt x="123226" y="97532"/>
                  </a:lnTo>
                  <a:lnTo>
                    <a:pt x="70904" y="147992"/>
                  </a:lnTo>
                  <a:lnTo>
                    <a:pt x="32026" y="205563"/>
                  </a:lnTo>
                  <a:lnTo>
                    <a:pt x="8084" y="268030"/>
                  </a:lnTo>
                  <a:lnTo>
                    <a:pt x="0" y="332994"/>
                  </a:lnTo>
                  <a:lnTo>
                    <a:pt x="8084" y="397958"/>
                  </a:lnTo>
                  <a:lnTo>
                    <a:pt x="32026" y="460425"/>
                  </a:lnTo>
                  <a:lnTo>
                    <a:pt x="70904" y="517996"/>
                  </a:lnTo>
                  <a:lnTo>
                    <a:pt x="123226" y="568456"/>
                  </a:lnTo>
                  <a:lnTo>
                    <a:pt x="186980" y="609868"/>
                  </a:lnTo>
                  <a:lnTo>
                    <a:pt x="259717" y="640640"/>
                  </a:lnTo>
                  <a:lnTo>
                    <a:pt x="338641" y="659590"/>
                  </a:lnTo>
                  <a:lnTo>
                    <a:pt x="420719" y="665988"/>
                  </a:lnTo>
                  <a:lnTo>
                    <a:pt x="502797" y="659590"/>
                  </a:lnTo>
                  <a:lnTo>
                    <a:pt x="581721" y="640640"/>
                  </a:lnTo>
                  <a:lnTo>
                    <a:pt x="654458" y="609868"/>
                  </a:lnTo>
                  <a:lnTo>
                    <a:pt x="718212" y="568456"/>
                  </a:lnTo>
                  <a:lnTo>
                    <a:pt x="770534" y="517996"/>
                  </a:lnTo>
                  <a:lnTo>
                    <a:pt x="809412" y="460425"/>
                  </a:lnTo>
                  <a:lnTo>
                    <a:pt x="833354" y="397958"/>
                  </a:lnTo>
                  <a:close/>
                </a:path>
              </a:pathLst>
            </a:cu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274382" y="6280404"/>
              <a:ext cx="2469435" cy="376428"/>
            </a:xfrm>
            <a:custGeom>
              <a:avLst/>
              <a:gdLst/>
              <a:ahLst/>
              <a:cxnLst/>
              <a:rect l="l" t="t" r="r" b="b"/>
              <a:pathLst>
                <a:path w="2469435" h="376428">
                  <a:moveTo>
                    <a:pt x="0" y="376428"/>
                  </a:moveTo>
                  <a:lnTo>
                    <a:pt x="0" y="0"/>
                  </a:lnTo>
                  <a:lnTo>
                    <a:pt x="2469435" y="0"/>
                  </a:lnTo>
                  <a:lnTo>
                    <a:pt x="2469435" y="37642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365842" y="6236970"/>
              <a:ext cx="2286515" cy="419862"/>
            </a:xfrm>
            <a:custGeom>
              <a:avLst/>
              <a:gdLst/>
              <a:ahLst/>
              <a:cxnLst/>
              <a:rect l="l" t="t" r="r" b="b"/>
              <a:pathLst>
                <a:path w="2286515" h="419862">
                  <a:moveTo>
                    <a:pt x="0" y="419862"/>
                  </a:moveTo>
                  <a:lnTo>
                    <a:pt x="0" y="0"/>
                  </a:lnTo>
                  <a:lnTo>
                    <a:pt x="2286515" y="0"/>
                  </a:lnTo>
                  <a:lnTo>
                    <a:pt x="2286515" y="41986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207280" y="6034278"/>
              <a:ext cx="695100" cy="622554"/>
            </a:xfrm>
            <a:custGeom>
              <a:avLst/>
              <a:gdLst/>
              <a:ahLst/>
              <a:cxnLst/>
              <a:rect l="l" t="t" r="r" b="b"/>
              <a:pathLst>
                <a:path w="695100" h="622554">
                  <a:moveTo>
                    <a:pt x="0" y="622554"/>
                  </a:moveTo>
                  <a:lnTo>
                    <a:pt x="0" y="0"/>
                  </a:lnTo>
                  <a:lnTo>
                    <a:pt x="695100" y="0"/>
                  </a:lnTo>
                  <a:lnTo>
                    <a:pt x="695100" y="62255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1371909" y="5903976"/>
              <a:ext cx="365842" cy="752856"/>
            </a:xfrm>
            <a:custGeom>
              <a:avLst/>
              <a:gdLst/>
              <a:ahLst/>
              <a:cxnLst/>
              <a:rect l="l" t="t" r="r" b="b"/>
              <a:pathLst>
                <a:path w="365842" h="752856">
                  <a:moveTo>
                    <a:pt x="0" y="752856"/>
                  </a:moveTo>
                  <a:lnTo>
                    <a:pt x="0" y="0"/>
                  </a:lnTo>
                  <a:lnTo>
                    <a:pt x="365842" y="0"/>
                  </a:lnTo>
                  <a:lnTo>
                    <a:pt x="365842" y="75285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1378128" y="5614416"/>
              <a:ext cx="353404" cy="289560"/>
            </a:xfrm>
            <a:custGeom>
              <a:avLst/>
              <a:gdLst/>
              <a:ahLst/>
              <a:cxnLst/>
              <a:rect l="l" t="t" r="r" b="b"/>
              <a:pathLst>
                <a:path w="353404" h="289560">
                  <a:moveTo>
                    <a:pt x="0" y="289560"/>
                  </a:moveTo>
                  <a:lnTo>
                    <a:pt x="111039" y="289560"/>
                  </a:lnTo>
                  <a:lnTo>
                    <a:pt x="74449" y="262631"/>
                  </a:lnTo>
                  <a:lnTo>
                    <a:pt x="47638" y="239308"/>
                  </a:lnTo>
                  <a:lnTo>
                    <a:pt x="30994" y="217178"/>
                  </a:lnTo>
                  <a:lnTo>
                    <a:pt x="24278" y="195787"/>
                  </a:lnTo>
                  <a:lnTo>
                    <a:pt x="26669" y="174931"/>
                  </a:lnTo>
                  <a:lnTo>
                    <a:pt x="36847" y="154490"/>
                  </a:lnTo>
                  <a:lnTo>
                    <a:pt x="53089" y="134389"/>
                  </a:lnTo>
                  <a:lnTo>
                    <a:pt x="73399" y="114574"/>
                  </a:lnTo>
                  <a:lnTo>
                    <a:pt x="95638" y="95005"/>
                  </a:lnTo>
                  <a:lnTo>
                    <a:pt x="117670" y="75654"/>
                  </a:lnTo>
                  <a:lnTo>
                    <a:pt x="137495" y="56495"/>
                  </a:lnTo>
                  <a:lnTo>
                    <a:pt x="153373" y="37510"/>
                  </a:lnTo>
                  <a:lnTo>
                    <a:pt x="163941" y="18683"/>
                  </a:lnTo>
                  <a:lnTo>
                    <a:pt x="168287" y="0"/>
                  </a:lnTo>
                  <a:lnTo>
                    <a:pt x="185116" y="0"/>
                  </a:lnTo>
                  <a:lnTo>
                    <a:pt x="189463" y="18683"/>
                  </a:lnTo>
                  <a:lnTo>
                    <a:pt x="200030" y="37510"/>
                  </a:lnTo>
                  <a:lnTo>
                    <a:pt x="215909" y="56495"/>
                  </a:lnTo>
                  <a:lnTo>
                    <a:pt x="235733" y="75654"/>
                  </a:lnTo>
                  <a:lnTo>
                    <a:pt x="257766" y="95005"/>
                  </a:lnTo>
                  <a:lnTo>
                    <a:pt x="280005" y="114574"/>
                  </a:lnTo>
                  <a:lnTo>
                    <a:pt x="300315" y="134389"/>
                  </a:lnTo>
                  <a:lnTo>
                    <a:pt x="316557" y="154490"/>
                  </a:lnTo>
                  <a:lnTo>
                    <a:pt x="326734" y="174931"/>
                  </a:lnTo>
                  <a:lnTo>
                    <a:pt x="329126" y="195787"/>
                  </a:lnTo>
                  <a:lnTo>
                    <a:pt x="322410" y="217178"/>
                  </a:lnTo>
                  <a:lnTo>
                    <a:pt x="305766" y="239308"/>
                  </a:lnTo>
                  <a:lnTo>
                    <a:pt x="278955" y="262631"/>
                  </a:lnTo>
                  <a:lnTo>
                    <a:pt x="242364" y="289560"/>
                  </a:lnTo>
                  <a:lnTo>
                    <a:pt x="353404" y="28956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1541111" y="5527548"/>
              <a:ext cx="27438" cy="115824"/>
            </a:xfrm>
            <a:custGeom>
              <a:avLst/>
              <a:gdLst/>
              <a:ahLst/>
              <a:cxnLst/>
              <a:rect l="l" t="t" r="r" b="b"/>
              <a:pathLst>
                <a:path w="27438" h="115824">
                  <a:moveTo>
                    <a:pt x="0" y="115824"/>
                  </a:moveTo>
                  <a:lnTo>
                    <a:pt x="0" y="0"/>
                  </a:lnTo>
                  <a:lnTo>
                    <a:pt x="27438" y="0"/>
                  </a:lnTo>
                  <a:lnTo>
                    <a:pt x="27438" y="11582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Freeform 98"/>
            <p:cNvSpPr/>
            <p:nvPr/>
          </p:nvSpPr>
          <p:spPr>
            <a:xfrm>
              <a:off x="439011" y="6439662"/>
              <a:ext cx="109752" cy="159258"/>
            </a:xfrm>
            <a:custGeom>
              <a:avLst/>
              <a:gdLst/>
              <a:ahLst/>
              <a:cxnLst/>
              <a:rect l="l" t="t" r="r" b="b"/>
              <a:pathLst>
                <a:path w="109752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2" y="43434"/>
                  </a:lnTo>
                  <a:lnTo>
                    <a:pt x="109752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439011" y="6309360"/>
              <a:ext cx="109752" cy="94107"/>
            </a:xfrm>
            <a:custGeom>
              <a:avLst/>
              <a:gdLst/>
              <a:ahLst/>
              <a:cxnLst/>
              <a:rect l="l" t="t" r="r" b="b"/>
              <a:pathLst>
                <a:path w="109752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2" y="43434"/>
                  </a:lnTo>
                  <a:lnTo>
                    <a:pt x="109752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658516" y="6439662"/>
              <a:ext cx="109753" cy="159258"/>
            </a:xfrm>
            <a:custGeom>
              <a:avLst/>
              <a:gdLst/>
              <a:ahLst/>
              <a:cxnLst/>
              <a:rect l="l" t="t" r="r" b="b"/>
              <a:pathLst>
                <a:path w="109753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1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7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658516" y="6309360"/>
              <a:ext cx="109753" cy="94107"/>
            </a:xfrm>
            <a:custGeom>
              <a:avLst/>
              <a:gdLst/>
              <a:ahLst/>
              <a:cxnLst/>
              <a:rect l="l" t="t" r="r" b="b"/>
              <a:pathLst>
                <a:path w="109753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1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7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878022" y="6439662"/>
              <a:ext cx="109752" cy="159258"/>
            </a:xfrm>
            <a:custGeom>
              <a:avLst/>
              <a:gdLst/>
              <a:ahLst/>
              <a:cxnLst/>
              <a:rect l="l" t="t" r="r" b="b"/>
              <a:pathLst>
                <a:path w="109752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5" y="30012"/>
                  </a:lnTo>
                  <a:lnTo>
                    <a:pt x="10480" y="17904"/>
                  </a:lnTo>
                  <a:lnTo>
                    <a:pt x="22620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1" y="8295"/>
                  </a:lnTo>
                  <a:lnTo>
                    <a:pt x="99272" y="17904"/>
                  </a:lnTo>
                  <a:lnTo>
                    <a:pt x="107066" y="30012"/>
                  </a:lnTo>
                  <a:lnTo>
                    <a:pt x="109752" y="43434"/>
                  </a:lnTo>
                  <a:lnTo>
                    <a:pt x="109752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878022" y="6309360"/>
              <a:ext cx="109752" cy="94107"/>
            </a:xfrm>
            <a:custGeom>
              <a:avLst/>
              <a:gdLst/>
              <a:ahLst/>
              <a:cxnLst/>
              <a:rect l="l" t="t" r="r" b="b"/>
              <a:pathLst>
                <a:path w="109752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5" y="30012"/>
                  </a:lnTo>
                  <a:lnTo>
                    <a:pt x="10480" y="17904"/>
                  </a:lnTo>
                  <a:lnTo>
                    <a:pt x="22620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1" y="8295"/>
                  </a:lnTo>
                  <a:lnTo>
                    <a:pt x="99272" y="17904"/>
                  </a:lnTo>
                  <a:lnTo>
                    <a:pt x="107066" y="30012"/>
                  </a:lnTo>
                  <a:lnTo>
                    <a:pt x="109752" y="43434"/>
                  </a:lnTo>
                  <a:lnTo>
                    <a:pt x="109752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97527" y="6439662"/>
              <a:ext cx="109753" cy="159258"/>
            </a:xfrm>
            <a:custGeom>
              <a:avLst/>
              <a:gdLst/>
              <a:ahLst/>
              <a:cxnLst/>
              <a:rect l="l" t="t" r="r" b="b"/>
              <a:pathLst>
                <a:path w="109753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97527" y="6309360"/>
              <a:ext cx="109753" cy="94107"/>
            </a:xfrm>
            <a:custGeom>
              <a:avLst/>
              <a:gdLst/>
              <a:ahLst/>
              <a:cxnLst/>
              <a:rect l="l" t="t" r="r" b="b"/>
              <a:pathLst>
                <a:path w="109753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975549" y="6439662"/>
              <a:ext cx="109752" cy="159258"/>
            </a:xfrm>
            <a:custGeom>
              <a:avLst/>
              <a:gdLst/>
              <a:ahLst/>
              <a:cxnLst/>
              <a:rect l="l" t="t" r="r" b="b"/>
              <a:pathLst>
                <a:path w="109752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5" y="30012"/>
                  </a:lnTo>
                  <a:lnTo>
                    <a:pt x="10480" y="17904"/>
                  </a:lnTo>
                  <a:lnTo>
                    <a:pt x="22620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1" y="8295"/>
                  </a:lnTo>
                  <a:lnTo>
                    <a:pt x="99272" y="17904"/>
                  </a:lnTo>
                  <a:lnTo>
                    <a:pt x="107066" y="30012"/>
                  </a:lnTo>
                  <a:lnTo>
                    <a:pt x="109752" y="43434"/>
                  </a:lnTo>
                  <a:lnTo>
                    <a:pt x="109752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975549" y="6309360"/>
              <a:ext cx="109752" cy="94107"/>
            </a:xfrm>
            <a:custGeom>
              <a:avLst/>
              <a:gdLst/>
              <a:ahLst/>
              <a:cxnLst/>
              <a:rect l="l" t="t" r="r" b="b"/>
              <a:pathLst>
                <a:path w="109752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5" y="30012"/>
                  </a:lnTo>
                  <a:lnTo>
                    <a:pt x="10480" y="17904"/>
                  </a:lnTo>
                  <a:lnTo>
                    <a:pt x="22620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1" y="8295"/>
                  </a:lnTo>
                  <a:lnTo>
                    <a:pt x="99272" y="17904"/>
                  </a:lnTo>
                  <a:lnTo>
                    <a:pt x="107066" y="30012"/>
                  </a:lnTo>
                  <a:lnTo>
                    <a:pt x="109752" y="43434"/>
                  </a:lnTo>
                  <a:lnTo>
                    <a:pt x="109752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2195054" y="6439662"/>
              <a:ext cx="109753" cy="159258"/>
            </a:xfrm>
            <a:custGeom>
              <a:avLst/>
              <a:gdLst/>
              <a:ahLst/>
              <a:cxnLst/>
              <a:rect l="l" t="t" r="r" b="b"/>
              <a:pathLst>
                <a:path w="109753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2195054" y="6309360"/>
              <a:ext cx="109753" cy="94107"/>
            </a:xfrm>
            <a:custGeom>
              <a:avLst/>
              <a:gdLst/>
              <a:ahLst/>
              <a:cxnLst/>
              <a:rect l="l" t="t" r="r" b="b"/>
              <a:pathLst>
                <a:path w="109753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2414559" y="6439662"/>
              <a:ext cx="109753" cy="159258"/>
            </a:xfrm>
            <a:custGeom>
              <a:avLst/>
              <a:gdLst/>
              <a:ahLst/>
              <a:cxnLst/>
              <a:rect l="l" t="t" r="r" b="b"/>
              <a:pathLst>
                <a:path w="109753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1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7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3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2414559" y="6309360"/>
              <a:ext cx="109753" cy="94107"/>
            </a:xfrm>
            <a:custGeom>
              <a:avLst/>
              <a:gdLst/>
              <a:ahLst/>
              <a:cxnLst/>
              <a:rect l="l" t="t" r="r" b="b"/>
              <a:pathLst>
                <a:path w="109753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1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7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3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463369" y="6338316"/>
              <a:ext cx="182921" cy="318516"/>
            </a:xfrm>
            <a:custGeom>
              <a:avLst/>
              <a:gdLst/>
              <a:ahLst/>
              <a:cxnLst/>
              <a:rect l="l" t="t" r="r" b="b"/>
              <a:pathLst>
                <a:path w="182921" h="318516">
                  <a:moveTo>
                    <a:pt x="0" y="318516"/>
                  </a:moveTo>
                  <a:lnTo>
                    <a:pt x="0" y="72390"/>
                  </a:lnTo>
                  <a:lnTo>
                    <a:pt x="0" y="72390"/>
                  </a:lnTo>
                  <a:lnTo>
                    <a:pt x="4477" y="50020"/>
                  </a:lnTo>
                  <a:lnTo>
                    <a:pt x="17468" y="29840"/>
                  </a:lnTo>
                  <a:lnTo>
                    <a:pt x="37702" y="13825"/>
                  </a:lnTo>
                  <a:lnTo>
                    <a:pt x="63198" y="3543"/>
                  </a:lnTo>
                  <a:lnTo>
                    <a:pt x="91461" y="0"/>
                  </a:lnTo>
                  <a:lnTo>
                    <a:pt x="119724" y="3543"/>
                  </a:lnTo>
                  <a:lnTo>
                    <a:pt x="145220" y="13825"/>
                  </a:lnTo>
                  <a:lnTo>
                    <a:pt x="165454" y="29840"/>
                  </a:lnTo>
                  <a:lnTo>
                    <a:pt x="178445" y="50020"/>
                  </a:lnTo>
                  <a:lnTo>
                    <a:pt x="182921" y="72390"/>
                  </a:lnTo>
                  <a:lnTo>
                    <a:pt x="182921" y="31851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79235" y="6512052"/>
              <a:ext cx="951190" cy="144780"/>
            </a:xfrm>
            <a:custGeom>
              <a:avLst/>
              <a:gdLst/>
              <a:ahLst/>
              <a:cxnLst/>
              <a:rect l="l" t="t" r="r" b="b"/>
              <a:pathLst>
                <a:path w="951190" h="144780">
                  <a:moveTo>
                    <a:pt x="0" y="144780"/>
                  </a:moveTo>
                  <a:lnTo>
                    <a:pt x="292674" y="0"/>
                  </a:lnTo>
                  <a:lnTo>
                    <a:pt x="658516" y="0"/>
                  </a:lnTo>
                  <a:lnTo>
                    <a:pt x="951190" y="14478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2743817" y="6410706"/>
              <a:ext cx="274382" cy="246126"/>
            </a:xfrm>
            <a:custGeom>
              <a:avLst/>
              <a:gdLst/>
              <a:ahLst/>
              <a:cxnLst/>
              <a:rect l="l" t="t" r="r" b="b"/>
              <a:pathLst>
                <a:path w="274382" h="246126">
                  <a:moveTo>
                    <a:pt x="0" y="246126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24612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3018199" y="6208014"/>
              <a:ext cx="201213" cy="448818"/>
            </a:xfrm>
            <a:custGeom>
              <a:avLst/>
              <a:gdLst/>
              <a:ahLst/>
              <a:cxnLst/>
              <a:rect l="l" t="t" r="r" b="b"/>
              <a:pathLst>
                <a:path w="201213" h="448818">
                  <a:moveTo>
                    <a:pt x="0" y="448818"/>
                  </a:moveTo>
                  <a:lnTo>
                    <a:pt x="0" y="0"/>
                  </a:lnTo>
                  <a:lnTo>
                    <a:pt x="201213" y="0"/>
                  </a:lnTo>
                  <a:lnTo>
                    <a:pt x="201213" y="44881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3219412" y="6323838"/>
              <a:ext cx="347551" cy="332994"/>
            </a:xfrm>
            <a:custGeom>
              <a:avLst/>
              <a:gdLst/>
              <a:ahLst/>
              <a:cxnLst/>
              <a:rect l="l" t="t" r="r" b="b"/>
              <a:pathLst>
                <a:path w="347551" h="332994">
                  <a:moveTo>
                    <a:pt x="0" y="332994"/>
                  </a:moveTo>
                  <a:lnTo>
                    <a:pt x="0" y="0"/>
                  </a:lnTo>
                  <a:lnTo>
                    <a:pt x="347551" y="0"/>
                  </a:lnTo>
                  <a:lnTo>
                    <a:pt x="347551" y="33299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3566963" y="5788152"/>
              <a:ext cx="256089" cy="868680"/>
            </a:xfrm>
            <a:custGeom>
              <a:avLst/>
              <a:gdLst/>
              <a:ahLst/>
              <a:cxnLst/>
              <a:rect l="l" t="t" r="r" b="b"/>
              <a:pathLst>
                <a:path w="256089" h="868680">
                  <a:moveTo>
                    <a:pt x="0" y="868680"/>
                  </a:moveTo>
                  <a:lnTo>
                    <a:pt x="0" y="0"/>
                  </a:lnTo>
                  <a:lnTo>
                    <a:pt x="256089" y="0"/>
                  </a:lnTo>
                  <a:lnTo>
                    <a:pt x="256089" y="86868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3603547" y="5672328"/>
              <a:ext cx="182921" cy="984504"/>
            </a:xfrm>
            <a:custGeom>
              <a:avLst/>
              <a:gdLst/>
              <a:ahLst/>
              <a:cxnLst/>
              <a:rect l="l" t="t" r="r" b="b"/>
              <a:pathLst>
                <a:path w="182921" h="984504">
                  <a:moveTo>
                    <a:pt x="0" y="984504"/>
                  </a:moveTo>
                  <a:lnTo>
                    <a:pt x="0" y="0"/>
                  </a:lnTo>
                  <a:lnTo>
                    <a:pt x="182921" y="0"/>
                  </a:lnTo>
                  <a:lnTo>
                    <a:pt x="182921" y="98450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3823052" y="6367272"/>
              <a:ext cx="201213" cy="289560"/>
            </a:xfrm>
            <a:custGeom>
              <a:avLst/>
              <a:gdLst/>
              <a:ahLst/>
              <a:cxnLst/>
              <a:rect l="l" t="t" r="r" b="b"/>
              <a:pathLst>
                <a:path w="201213" h="289560">
                  <a:moveTo>
                    <a:pt x="0" y="289560"/>
                  </a:moveTo>
                  <a:lnTo>
                    <a:pt x="0" y="0"/>
                  </a:lnTo>
                  <a:lnTo>
                    <a:pt x="201213" y="0"/>
                  </a:lnTo>
                  <a:lnTo>
                    <a:pt x="201213" y="28956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3681288" y="5498592"/>
              <a:ext cx="27438" cy="173736"/>
            </a:xfrm>
            <a:custGeom>
              <a:avLst/>
              <a:gdLst/>
              <a:ahLst/>
              <a:cxnLst/>
              <a:rect l="l" t="t" r="r" b="b"/>
              <a:pathLst>
                <a:path w="27438" h="173736">
                  <a:moveTo>
                    <a:pt x="0" y="173736"/>
                  </a:moveTo>
                  <a:lnTo>
                    <a:pt x="0" y="0"/>
                  </a:lnTo>
                  <a:lnTo>
                    <a:pt x="27438" y="0"/>
                  </a:lnTo>
                  <a:lnTo>
                    <a:pt x="27438" y="17373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4024265" y="6410706"/>
              <a:ext cx="2560897" cy="246126"/>
            </a:xfrm>
            <a:custGeom>
              <a:avLst/>
              <a:gdLst/>
              <a:ahLst/>
              <a:cxnLst/>
              <a:rect l="l" t="t" r="r" b="b"/>
              <a:pathLst>
                <a:path w="2560897" h="246126">
                  <a:moveTo>
                    <a:pt x="0" y="246126"/>
                  </a:moveTo>
                  <a:lnTo>
                    <a:pt x="0" y="0"/>
                  </a:lnTo>
                  <a:lnTo>
                    <a:pt x="2560897" y="0"/>
                  </a:lnTo>
                  <a:lnTo>
                    <a:pt x="2560897" y="24612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4134018" y="5990844"/>
              <a:ext cx="310966" cy="665988"/>
            </a:xfrm>
            <a:custGeom>
              <a:avLst/>
              <a:gdLst/>
              <a:ahLst/>
              <a:cxnLst/>
              <a:rect l="l" t="t" r="r" b="b"/>
              <a:pathLst>
                <a:path w="310966" h="665988">
                  <a:moveTo>
                    <a:pt x="0" y="665988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66598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4134018" y="5940171"/>
              <a:ext cx="310966" cy="50673"/>
            </a:xfrm>
            <a:custGeom>
              <a:avLst/>
              <a:gdLst/>
              <a:ahLst/>
              <a:cxnLst/>
              <a:rect l="l" t="t" r="r" b="b"/>
              <a:pathLst>
                <a:path w="310966" h="50673">
                  <a:moveTo>
                    <a:pt x="0" y="50673"/>
                  </a:moveTo>
                  <a:lnTo>
                    <a:pt x="155483" y="0"/>
                  </a:lnTo>
                  <a:lnTo>
                    <a:pt x="310966" y="50673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6255904" y="5990844"/>
              <a:ext cx="310966" cy="665988"/>
            </a:xfrm>
            <a:custGeom>
              <a:avLst/>
              <a:gdLst/>
              <a:ahLst/>
              <a:cxnLst/>
              <a:rect l="l" t="t" r="r" b="b"/>
              <a:pathLst>
                <a:path w="310966" h="665988">
                  <a:moveTo>
                    <a:pt x="0" y="665988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66598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6255904" y="5940171"/>
              <a:ext cx="310966" cy="50673"/>
            </a:xfrm>
            <a:custGeom>
              <a:avLst/>
              <a:gdLst/>
              <a:ahLst/>
              <a:cxnLst/>
              <a:rect l="l" t="t" r="r" b="b"/>
              <a:pathLst>
                <a:path w="310966" h="50673">
                  <a:moveTo>
                    <a:pt x="0" y="50673"/>
                  </a:moveTo>
                  <a:lnTo>
                    <a:pt x="155483" y="0"/>
                  </a:lnTo>
                  <a:lnTo>
                    <a:pt x="310966" y="50673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4499860" y="5802630"/>
              <a:ext cx="548764" cy="854202"/>
            </a:xfrm>
            <a:custGeom>
              <a:avLst/>
              <a:gdLst/>
              <a:ahLst/>
              <a:cxnLst/>
              <a:rect l="l" t="t" r="r" b="b"/>
              <a:pathLst>
                <a:path w="548764" h="854202">
                  <a:moveTo>
                    <a:pt x="0" y="854202"/>
                  </a:moveTo>
                  <a:lnTo>
                    <a:pt x="0" y="0"/>
                  </a:lnTo>
                  <a:lnTo>
                    <a:pt x="548764" y="0"/>
                  </a:lnTo>
                  <a:lnTo>
                    <a:pt x="548764" y="85420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5633972" y="5802630"/>
              <a:ext cx="567055" cy="854202"/>
            </a:xfrm>
            <a:custGeom>
              <a:avLst/>
              <a:gdLst/>
              <a:ahLst/>
              <a:cxnLst/>
              <a:rect l="l" t="t" r="r" b="b"/>
              <a:pathLst>
                <a:path w="567055" h="854202">
                  <a:moveTo>
                    <a:pt x="0" y="854202"/>
                  </a:moveTo>
                  <a:lnTo>
                    <a:pt x="0" y="0"/>
                  </a:lnTo>
                  <a:lnTo>
                    <a:pt x="567055" y="0"/>
                  </a:lnTo>
                  <a:lnTo>
                    <a:pt x="567055" y="85420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Freeform 128"/>
            <p:cNvSpPr/>
            <p:nvPr/>
          </p:nvSpPr>
          <p:spPr>
            <a:xfrm>
              <a:off x="5012040" y="5498592"/>
              <a:ext cx="658516" cy="1158240"/>
            </a:xfrm>
            <a:custGeom>
              <a:avLst/>
              <a:gdLst/>
              <a:ahLst/>
              <a:cxnLst/>
              <a:rect l="l" t="t" r="r" b="b"/>
              <a:pathLst>
                <a:path w="658516" h="1158240">
                  <a:moveTo>
                    <a:pt x="0" y="1158240"/>
                  </a:moveTo>
                  <a:lnTo>
                    <a:pt x="0" y="72390"/>
                  </a:lnTo>
                  <a:lnTo>
                    <a:pt x="91460" y="0"/>
                  </a:lnTo>
                  <a:lnTo>
                    <a:pt x="567055" y="0"/>
                  </a:lnTo>
                  <a:lnTo>
                    <a:pt x="658516" y="72390"/>
                  </a:lnTo>
                  <a:lnTo>
                    <a:pt x="658516" y="115824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Freeform 129"/>
            <p:cNvSpPr/>
            <p:nvPr/>
          </p:nvSpPr>
          <p:spPr>
            <a:xfrm>
              <a:off x="5167523" y="5751957"/>
              <a:ext cx="347550" cy="275082"/>
            </a:xfrm>
            <a:custGeom>
              <a:avLst/>
              <a:gdLst/>
              <a:ahLst/>
              <a:cxnLst/>
              <a:rect l="l" t="t" r="r" b="b"/>
              <a:pathLst>
                <a:path w="347550" h="275082">
                  <a:moveTo>
                    <a:pt x="347550" y="137541"/>
                  </a:moveTo>
                  <a:lnTo>
                    <a:pt x="343193" y="106935"/>
                  </a:lnTo>
                  <a:lnTo>
                    <a:pt x="330341" y="77864"/>
                  </a:lnTo>
                  <a:lnTo>
                    <a:pt x="309638" y="51786"/>
                  </a:lnTo>
                  <a:lnTo>
                    <a:pt x="282122" y="30007"/>
                  </a:lnTo>
                  <a:lnTo>
                    <a:pt x="249173" y="13621"/>
                  </a:lnTo>
                  <a:lnTo>
                    <a:pt x="212443" y="3448"/>
                  </a:lnTo>
                  <a:lnTo>
                    <a:pt x="173775" y="0"/>
                  </a:lnTo>
                  <a:lnTo>
                    <a:pt x="135106" y="3448"/>
                  </a:lnTo>
                  <a:lnTo>
                    <a:pt x="98377" y="13621"/>
                  </a:lnTo>
                  <a:lnTo>
                    <a:pt x="65428" y="30007"/>
                  </a:lnTo>
                  <a:lnTo>
                    <a:pt x="37912" y="51786"/>
                  </a:lnTo>
                  <a:lnTo>
                    <a:pt x="17209" y="77864"/>
                  </a:lnTo>
                  <a:lnTo>
                    <a:pt x="4357" y="106935"/>
                  </a:lnTo>
                  <a:lnTo>
                    <a:pt x="0" y="137541"/>
                  </a:lnTo>
                  <a:lnTo>
                    <a:pt x="4357" y="168147"/>
                  </a:lnTo>
                  <a:lnTo>
                    <a:pt x="17209" y="197218"/>
                  </a:lnTo>
                  <a:lnTo>
                    <a:pt x="37912" y="223296"/>
                  </a:lnTo>
                  <a:lnTo>
                    <a:pt x="65428" y="245075"/>
                  </a:lnTo>
                  <a:lnTo>
                    <a:pt x="98377" y="261461"/>
                  </a:lnTo>
                  <a:lnTo>
                    <a:pt x="135106" y="271634"/>
                  </a:lnTo>
                  <a:lnTo>
                    <a:pt x="173775" y="275082"/>
                  </a:lnTo>
                  <a:lnTo>
                    <a:pt x="212443" y="271634"/>
                  </a:lnTo>
                  <a:lnTo>
                    <a:pt x="249173" y="261461"/>
                  </a:lnTo>
                  <a:lnTo>
                    <a:pt x="282122" y="245075"/>
                  </a:lnTo>
                  <a:lnTo>
                    <a:pt x="309638" y="223296"/>
                  </a:lnTo>
                  <a:lnTo>
                    <a:pt x="330341" y="197218"/>
                  </a:lnTo>
                  <a:lnTo>
                    <a:pt x="343193" y="16814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4591321" y="5990844"/>
              <a:ext cx="365842" cy="304038"/>
            </a:xfrm>
            <a:custGeom>
              <a:avLst/>
              <a:gdLst/>
              <a:ahLst/>
              <a:cxnLst/>
              <a:rect l="l" t="t" r="r" b="b"/>
              <a:pathLst>
                <a:path w="365842" h="304038">
                  <a:moveTo>
                    <a:pt x="0" y="304038"/>
                  </a:moveTo>
                  <a:lnTo>
                    <a:pt x="182921" y="0"/>
                  </a:lnTo>
                  <a:lnTo>
                    <a:pt x="365842" y="30403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5725432" y="5990844"/>
              <a:ext cx="384135" cy="304038"/>
            </a:xfrm>
            <a:custGeom>
              <a:avLst/>
              <a:gdLst/>
              <a:ahLst/>
              <a:cxnLst/>
              <a:rect l="l" t="t" r="r" b="b"/>
              <a:pathLst>
                <a:path w="384135" h="304038">
                  <a:moveTo>
                    <a:pt x="0" y="304038"/>
                  </a:moveTo>
                  <a:lnTo>
                    <a:pt x="192067" y="0"/>
                  </a:lnTo>
                  <a:lnTo>
                    <a:pt x="384135" y="30403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4225479" y="6121146"/>
              <a:ext cx="128045" cy="217170"/>
            </a:xfrm>
            <a:custGeom>
              <a:avLst/>
              <a:gdLst/>
              <a:ahLst/>
              <a:cxnLst/>
              <a:rect l="l" t="t" r="r" b="b"/>
              <a:pathLst>
                <a:path w="128045" h="217170">
                  <a:moveTo>
                    <a:pt x="0" y="217170"/>
                  </a:moveTo>
                  <a:lnTo>
                    <a:pt x="0" y="0"/>
                  </a:lnTo>
                  <a:lnTo>
                    <a:pt x="128045" y="0"/>
                  </a:lnTo>
                  <a:lnTo>
                    <a:pt x="128045" y="21717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6347364" y="6121146"/>
              <a:ext cx="128045" cy="217170"/>
            </a:xfrm>
            <a:custGeom>
              <a:avLst/>
              <a:gdLst/>
              <a:ahLst/>
              <a:cxnLst/>
              <a:rect l="l" t="t" r="r" b="b"/>
              <a:pathLst>
                <a:path w="128045" h="217170">
                  <a:moveTo>
                    <a:pt x="0" y="217170"/>
                  </a:moveTo>
                  <a:lnTo>
                    <a:pt x="0" y="0"/>
                  </a:lnTo>
                  <a:lnTo>
                    <a:pt x="128045" y="0"/>
                  </a:lnTo>
                  <a:lnTo>
                    <a:pt x="128045" y="21717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5176669" y="6280404"/>
              <a:ext cx="329258" cy="376428"/>
            </a:xfrm>
            <a:custGeom>
              <a:avLst/>
              <a:gdLst/>
              <a:ahLst/>
              <a:cxnLst/>
              <a:rect l="l" t="t" r="r" b="b"/>
              <a:pathLst>
                <a:path w="329258" h="376428">
                  <a:moveTo>
                    <a:pt x="0" y="376428"/>
                  </a:moveTo>
                  <a:lnTo>
                    <a:pt x="0" y="130302"/>
                  </a:lnTo>
                  <a:lnTo>
                    <a:pt x="0" y="130302"/>
                  </a:lnTo>
                  <a:lnTo>
                    <a:pt x="5609" y="96577"/>
                  </a:lnTo>
                  <a:lnTo>
                    <a:pt x="22056" y="65151"/>
                  </a:lnTo>
                  <a:lnTo>
                    <a:pt x="48219" y="38165"/>
                  </a:lnTo>
                  <a:lnTo>
                    <a:pt x="82314" y="17457"/>
                  </a:lnTo>
                  <a:lnTo>
                    <a:pt x="122020" y="4440"/>
                  </a:lnTo>
                  <a:lnTo>
                    <a:pt x="164629" y="0"/>
                  </a:lnTo>
                  <a:lnTo>
                    <a:pt x="207238" y="4440"/>
                  </a:lnTo>
                  <a:lnTo>
                    <a:pt x="246943" y="17457"/>
                  </a:lnTo>
                  <a:lnTo>
                    <a:pt x="281039" y="38165"/>
                  </a:lnTo>
                  <a:lnTo>
                    <a:pt x="307202" y="65151"/>
                  </a:lnTo>
                  <a:lnTo>
                    <a:pt x="323648" y="96577"/>
                  </a:lnTo>
                  <a:lnTo>
                    <a:pt x="329258" y="130302"/>
                  </a:lnTo>
                  <a:lnTo>
                    <a:pt x="329258" y="37642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6804667" y="6591681"/>
              <a:ext cx="1573122" cy="65151"/>
            </a:xfrm>
            <a:custGeom>
              <a:avLst/>
              <a:gdLst/>
              <a:ahLst/>
              <a:cxnLst/>
              <a:rect l="l" t="t" r="r" b="b"/>
              <a:pathLst>
                <a:path w="1573122" h="65151">
                  <a:moveTo>
                    <a:pt x="0" y="65151"/>
                  </a:moveTo>
                  <a:lnTo>
                    <a:pt x="0" y="0"/>
                  </a:lnTo>
                  <a:lnTo>
                    <a:pt x="1573122" y="0"/>
                  </a:lnTo>
                  <a:lnTo>
                    <a:pt x="1573122" y="65151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6932712" y="6526530"/>
              <a:ext cx="1317032" cy="130302"/>
            </a:xfrm>
            <a:custGeom>
              <a:avLst/>
              <a:gdLst/>
              <a:ahLst/>
              <a:cxnLst/>
              <a:rect l="l" t="t" r="r" b="b"/>
              <a:pathLst>
                <a:path w="1317032" h="130302">
                  <a:moveTo>
                    <a:pt x="0" y="130302"/>
                  </a:moveTo>
                  <a:lnTo>
                    <a:pt x="0" y="0"/>
                  </a:lnTo>
                  <a:lnTo>
                    <a:pt x="1317032" y="0"/>
                  </a:lnTo>
                  <a:lnTo>
                    <a:pt x="1317032" y="13030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7042465" y="6048756"/>
              <a:ext cx="100606" cy="477774"/>
            </a:xfrm>
            <a:custGeom>
              <a:avLst/>
              <a:gdLst/>
              <a:ahLst/>
              <a:cxnLst/>
              <a:rect l="l" t="t" r="r" b="b"/>
              <a:pathLst>
                <a:path w="100606" h="477774">
                  <a:moveTo>
                    <a:pt x="0" y="477774"/>
                  </a:moveTo>
                  <a:lnTo>
                    <a:pt x="0" y="0"/>
                  </a:lnTo>
                  <a:lnTo>
                    <a:pt x="100606" y="0"/>
                  </a:lnTo>
                  <a:lnTo>
                    <a:pt x="100606" y="47777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7074476" y="6106668"/>
              <a:ext cx="36584" cy="361950"/>
            </a:xfrm>
            <a:custGeom>
              <a:avLst/>
              <a:gdLst/>
              <a:ahLst/>
              <a:cxnLst/>
              <a:rect l="l" t="t" r="r" b="b"/>
              <a:pathLst>
                <a:path w="36584" h="361950">
                  <a:moveTo>
                    <a:pt x="0" y="361950"/>
                  </a:moveTo>
                  <a:lnTo>
                    <a:pt x="0" y="0"/>
                  </a:lnTo>
                  <a:lnTo>
                    <a:pt x="36584" y="0"/>
                  </a:lnTo>
                  <a:lnTo>
                    <a:pt x="36584" y="36195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7225386" y="5875020"/>
              <a:ext cx="109752" cy="651510"/>
            </a:xfrm>
            <a:custGeom>
              <a:avLst/>
              <a:gdLst/>
              <a:ahLst/>
              <a:cxnLst/>
              <a:rect l="l" t="t" r="r" b="b"/>
              <a:pathLst>
                <a:path w="109752" h="651510">
                  <a:moveTo>
                    <a:pt x="0" y="651510"/>
                  </a:moveTo>
                  <a:lnTo>
                    <a:pt x="0" y="0"/>
                  </a:lnTo>
                  <a:lnTo>
                    <a:pt x="109752" y="0"/>
                  </a:lnTo>
                  <a:lnTo>
                    <a:pt x="109752" y="65151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7257397" y="5932932"/>
              <a:ext cx="45730" cy="535686"/>
            </a:xfrm>
            <a:custGeom>
              <a:avLst/>
              <a:gdLst/>
              <a:ahLst/>
              <a:cxnLst/>
              <a:rect l="l" t="t" r="r" b="b"/>
              <a:pathLst>
                <a:path w="45730" h="535686">
                  <a:moveTo>
                    <a:pt x="0" y="535686"/>
                  </a:moveTo>
                  <a:lnTo>
                    <a:pt x="0" y="0"/>
                  </a:lnTo>
                  <a:lnTo>
                    <a:pt x="45730" y="0"/>
                  </a:lnTo>
                  <a:lnTo>
                    <a:pt x="45730" y="53568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7847318" y="5875020"/>
              <a:ext cx="109752" cy="651510"/>
            </a:xfrm>
            <a:custGeom>
              <a:avLst/>
              <a:gdLst/>
              <a:ahLst/>
              <a:cxnLst/>
              <a:rect l="l" t="t" r="r" b="b"/>
              <a:pathLst>
                <a:path w="109752" h="651510">
                  <a:moveTo>
                    <a:pt x="0" y="651510"/>
                  </a:moveTo>
                  <a:lnTo>
                    <a:pt x="0" y="0"/>
                  </a:lnTo>
                  <a:lnTo>
                    <a:pt x="109752" y="0"/>
                  </a:lnTo>
                  <a:lnTo>
                    <a:pt x="109752" y="65151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7879329" y="5932932"/>
              <a:ext cx="45730" cy="535686"/>
            </a:xfrm>
            <a:custGeom>
              <a:avLst/>
              <a:gdLst/>
              <a:ahLst/>
              <a:cxnLst/>
              <a:rect l="l" t="t" r="r" b="b"/>
              <a:pathLst>
                <a:path w="45730" h="535686">
                  <a:moveTo>
                    <a:pt x="0" y="535686"/>
                  </a:moveTo>
                  <a:lnTo>
                    <a:pt x="0" y="0"/>
                  </a:lnTo>
                  <a:lnTo>
                    <a:pt x="45730" y="0"/>
                  </a:lnTo>
                  <a:lnTo>
                    <a:pt x="45730" y="53568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Freeform 143"/>
            <p:cNvSpPr/>
            <p:nvPr/>
          </p:nvSpPr>
          <p:spPr>
            <a:xfrm>
              <a:off x="8039385" y="6048756"/>
              <a:ext cx="100607" cy="477774"/>
            </a:xfrm>
            <a:custGeom>
              <a:avLst/>
              <a:gdLst/>
              <a:ahLst/>
              <a:cxnLst/>
              <a:rect l="l" t="t" r="r" b="b"/>
              <a:pathLst>
                <a:path w="100607" h="477774">
                  <a:moveTo>
                    <a:pt x="0" y="477774"/>
                  </a:moveTo>
                  <a:lnTo>
                    <a:pt x="0" y="0"/>
                  </a:lnTo>
                  <a:lnTo>
                    <a:pt x="100607" y="0"/>
                  </a:lnTo>
                  <a:lnTo>
                    <a:pt x="100607" y="47777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Freeform 144"/>
            <p:cNvSpPr/>
            <p:nvPr/>
          </p:nvSpPr>
          <p:spPr>
            <a:xfrm>
              <a:off x="8071396" y="6106668"/>
              <a:ext cx="36584" cy="361950"/>
            </a:xfrm>
            <a:custGeom>
              <a:avLst/>
              <a:gdLst/>
              <a:ahLst/>
              <a:cxnLst/>
              <a:rect l="l" t="t" r="r" b="b"/>
              <a:pathLst>
                <a:path w="36584" h="361950">
                  <a:moveTo>
                    <a:pt x="0" y="361950"/>
                  </a:moveTo>
                  <a:lnTo>
                    <a:pt x="0" y="0"/>
                  </a:lnTo>
                  <a:lnTo>
                    <a:pt x="36584" y="0"/>
                  </a:lnTo>
                  <a:lnTo>
                    <a:pt x="36584" y="36195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7444891" y="5701284"/>
              <a:ext cx="54876" cy="825246"/>
            </a:xfrm>
            <a:custGeom>
              <a:avLst/>
              <a:gdLst/>
              <a:ahLst/>
              <a:cxnLst/>
              <a:rect l="l" t="t" r="r" b="b"/>
              <a:pathLst>
                <a:path w="54876" h="825246">
                  <a:moveTo>
                    <a:pt x="0" y="825246"/>
                  </a:moveTo>
                  <a:lnTo>
                    <a:pt x="0" y="0"/>
                  </a:lnTo>
                  <a:lnTo>
                    <a:pt x="54876" y="0"/>
                  </a:lnTo>
                  <a:lnTo>
                    <a:pt x="54876" y="82524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7682689" y="5701284"/>
              <a:ext cx="54876" cy="825246"/>
            </a:xfrm>
            <a:custGeom>
              <a:avLst/>
              <a:gdLst/>
              <a:ahLst/>
              <a:cxnLst/>
              <a:rect l="l" t="t" r="r" b="b"/>
              <a:pathLst>
                <a:path w="54876" h="825246">
                  <a:moveTo>
                    <a:pt x="0" y="825246"/>
                  </a:moveTo>
                  <a:lnTo>
                    <a:pt x="0" y="0"/>
                  </a:lnTo>
                  <a:lnTo>
                    <a:pt x="54876" y="0"/>
                  </a:lnTo>
                  <a:lnTo>
                    <a:pt x="54876" y="82524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7444891" y="6258687"/>
              <a:ext cx="292674" cy="21717"/>
            </a:xfrm>
            <a:custGeom>
              <a:avLst/>
              <a:gdLst/>
              <a:ahLst/>
              <a:cxnLst/>
              <a:rect l="l" t="t" r="r" b="b"/>
              <a:pathLst>
                <a:path w="292674" h="21717">
                  <a:moveTo>
                    <a:pt x="0" y="21717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1717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7444891" y="6041517"/>
              <a:ext cx="292674" cy="21717"/>
            </a:xfrm>
            <a:custGeom>
              <a:avLst/>
              <a:gdLst/>
              <a:ahLst/>
              <a:cxnLst/>
              <a:rect l="l" t="t" r="r" b="b"/>
              <a:pathLst>
                <a:path w="292674" h="21717">
                  <a:moveTo>
                    <a:pt x="0" y="21717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1717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7444891" y="5824347"/>
              <a:ext cx="292674" cy="21717"/>
            </a:xfrm>
            <a:custGeom>
              <a:avLst/>
              <a:gdLst/>
              <a:ahLst/>
              <a:cxnLst/>
              <a:rect l="l" t="t" r="r" b="b"/>
              <a:pathLst>
                <a:path w="292674" h="21717">
                  <a:moveTo>
                    <a:pt x="0" y="21717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1717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7335138" y="5455158"/>
              <a:ext cx="402427" cy="275082"/>
            </a:xfrm>
            <a:custGeom>
              <a:avLst/>
              <a:gdLst/>
              <a:ahLst/>
              <a:cxnLst/>
              <a:rect l="l" t="t" r="r" b="b"/>
              <a:pathLst>
                <a:path w="402427" h="275082">
                  <a:moveTo>
                    <a:pt x="109753" y="275082"/>
                  </a:moveTo>
                  <a:lnTo>
                    <a:pt x="402427" y="275082"/>
                  </a:lnTo>
                  <a:lnTo>
                    <a:pt x="310966" y="0"/>
                  </a:lnTo>
                  <a:lnTo>
                    <a:pt x="0" y="0"/>
                  </a:lnTo>
                  <a:lnTo>
                    <a:pt x="0" y="43434"/>
                  </a:lnTo>
                  <a:lnTo>
                    <a:pt x="274382" y="43434"/>
                  </a:lnTo>
                  <a:lnTo>
                    <a:pt x="347551" y="231648"/>
                  </a:lnTo>
                  <a:lnTo>
                    <a:pt x="109753" y="23164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8377789" y="6454140"/>
              <a:ext cx="310966" cy="202692"/>
            </a:xfrm>
            <a:custGeom>
              <a:avLst/>
              <a:gdLst/>
              <a:ahLst/>
              <a:cxnLst/>
              <a:rect l="l" t="t" r="r" b="b"/>
              <a:pathLst>
                <a:path w="310966" h="202692">
                  <a:moveTo>
                    <a:pt x="0" y="202692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0269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8505834" y="6121146"/>
              <a:ext cx="146337" cy="535686"/>
            </a:xfrm>
            <a:custGeom>
              <a:avLst/>
              <a:gdLst/>
              <a:ahLst/>
              <a:cxnLst/>
              <a:rect l="l" t="t" r="r" b="b"/>
              <a:pathLst>
                <a:path w="146337" h="535686">
                  <a:moveTo>
                    <a:pt x="0" y="535686"/>
                  </a:moveTo>
                  <a:lnTo>
                    <a:pt x="0" y="0"/>
                  </a:lnTo>
                  <a:lnTo>
                    <a:pt x="146337" y="0"/>
                  </a:lnTo>
                  <a:lnTo>
                    <a:pt x="146337" y="53568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9694821" y="6338316"/>
              <a:ext cx="146337" cy="318516"/>
            </a:xfrm>
            <a:custGeom>
              <a:avLst/>
              <a:gdLst/>
              <a:ahLst/>
              <a:cxnLst/>
              <a:rect l="l" t="t" r="r" b="b"/>
              <a:pathLst>
                <a:path w="146337" h="318516">
                  <a:moveTo>
                    <a:pt x="0" y="318516"/>
                  </a:moveTo>
                  <a:lnTo>
                    <a:pt x="0" y="0"/>
                  </a:lnTo>
                  <a:lnTo>
                    <a:pt x="146337" y="0"/>
                  </a:lnTo>
                  <a:lnTo>
                    <a:pt x="146337" y="31851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8670463" y="6497574"/>
              <a:ext cx="1042651" cy="159258"/>
            </a:xfrm>
            <a:custGeom>
              <a:avLst/>
              <a:gdLst/>
              <a:ahLst/>
              <a:cxnLst/>
              <a:rect l="l" t="t" r="r" b="b"/>
              <a:pathLst>
                <a:path w="1042651" h="159258">
                  <a:moveTo>
                    <a:pt x="0" y="159258"/>
                  </a:moveTo>
                  <a:lnTo>
                    <a:pt x="0" y="0"/>
                  </a:lnTo>
                  <a:lnTo>
                    <a:pt x="1042651" y="0"/>
                  </a:lnTo>
                  <a:lnTo>
                    <a:pt x="1042651" y="15925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8780216" y="5903976"/>
              <a:ext cx="823145" cy="593598"/>
            </a:xfrm>
            <a:custGeom>
              <a:avLst/>
              <a:gdLst/>
              <a:ahLst/>
              <a:cxnLst/>
              <a:rect l="l" t="t" r="r" b="b"/>
              <a:pathLst>
                <a:path w="823145" h="593598">
                  <a:moveTo>
                    <a:pt x="0" y="593598"/>
                  </a:moveTo>
                  <a:lnTo>
                    <a:pt x="0" y="0"/>
                  </a:lnTo>
                  <a:lnTo>
                    <a:pt x="823145" y="0"/>
                  </a:lnTo>
                  <a:lnTo>
                    <a:pt x="823145" y="59359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8734485" y="5846064"/>
              <a:ext cx="914606" cy="57912"/>
            </a:xfrm>
            <a:custGeom>
              <a:avLst/>
              <a:gdLst/>
              <a:ahLst/>
              <a:cxnLst/>
              <a:rect l="l" t="t" r="r" b="b"/>
              <a:pathLst>
                <a:path w="914606" h="57912">
                  <a:moveTo>
                    <a:pt x="0" y="57912"/>
                  </a:moveTo>
                  <a:lnTo>
                    <a:pt x="0" y="0"/>
                  </a:lnTo>
                  <a:lnTo>
                    <a:pt x="914606" y="0"/>
                  </a:lnTo>
                  <a:lnTo>
                    <a:pt x="914606" y="5791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8798508" y="5961888"/>
              <a:ext cx="786561" cy="21717"/>
            </a:xfrm>
            <a:custGeom>
              <a:avLst/>
              <a:gdLst/>
              <a:ahLst/>
              <a:cxnLst/>
              <a:rect l="l" t="t" r="r" b="b"/>
              <a:pathLst>
                <a:path w="786561" h="21717">
                  <a:moveTo>
                    <a:pt x="0" y="21717"/>
                  </a:moveTo>
                  <a:lnTo>
                    <a:pt x="0" y="0"/>
                  </a:lnTo>
                  <a:lnTo>
                    <a:pt x="786561" y="0"/>
                  </a:lnTo>
                  <a:lnTo>
                    <a:pt x="786561" y="2171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8889968" y="6222492"/>
              <a:ext cx="128045" cy="275082"/>
            </a:xfrm>
            <a:custGeom>
              <a:avLst/>
              <a:gdLst/>
              <a:ahLst/>
              <a:cxnLst/>
              <a:rect l="l" t="t" r="r" b="b"/>
              <a:pathLst>
                <a:path w="128045" h="275082">
                  <a:moveTo>
                    <a:pt x="0" y="275082"/>
                  </a:moveTo>
                  <a:lnTo>
                    <a:pt x="0" y="50673"/>
                  </a:lnTo>
                  <a:lnTo>
                    <a:pt x="0" y="50673"/>
                  </a:lnTo>
                  <a:lnTo>
                    <a:pt x="3134" y="35014"/>
                  </a:lnTo>
                  <a:lnTo>
                    <a:pt x="12227" y="20888"/>
                  </a:lnTo>
                  <a:lnTo>
                    <a:pt x="26391" y="9678"/>
                  </a:lnTo>
                  <a:lnTo>
                    <a:pt x="44239" y="2480"/>
                  </a:lnTo>
                  <a:lnTo>
                    <a:pt x="64023" y="0"/>
                  </a:lnTo>
                  <a:lnTo>
                    <a:pt x="83807" y="2480"/>
                  </a:lnTo>
                  <a:lnTo>
                    <a:pt x="101654" y="9678"/>
                  </a:lnTo>
                  <a:lnTo>
                    <a:pt x="115818" y="20888"/>
                  </a:lnTo>
                  <a:lnTo>
                    <a:pt x="124912" y="35014"/>
                  </a:lnTo>
                  <a:lnTo>
                    <a:pt x="128045" y="50673"/>
                  </a:lnTo>
                  <a:lnTo>
                    <a:pt x="128045" y="275082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9127766" y="6222492"/>
              <a:ext cx="128045" cy="275082"/>
            </a:xfrm>
            <a:custGeom>
              <a:avLst/>
              <a:gdLst/>
              <a:ahLst/>
              <a:cxnLst/>
              <a:rect l="l" t="t" r="r" b="b"/>
              <a:pathLst>
                <a:path w="128045" h="275082">
                  <a:moveTo>
                    <a:pt x="0" y="275082"/>
                  </a:moveTo>
                  <a:lnTo>
                    <a:pt x="0" y="50673"/>
                  </a:lnTo>
                  <a:lnTo>
                    <a:pt x="0" y="50673"/>
                  </a:lnTo>
                  <a:lnTo>
                    <a:pt x="3133" y="35014"/>
                  </a:lnTo>
                  <a:lnTo>
                    <a:pt x="12227" y="20888"/>
                  </a:lnTo>
                  <a:lnTo>
                    <a:pt x="26391" y="9678"/>
                  </a:lnTo>
                  <a:lnTo>
                    <a:pt x="44238" y="2480"/>
                  </a:lnTo>
                  <a:lnTo>
                    <a:pt x="64022" y="0"/>
                  </a:lnTo>
                  <a:lnTo>
                    <a:pt x="83806" y="2480"/>
                  </a:lnTo>
                  <a:lnTo>
                    <a:pt x="101654" y="9678"/>
                  </a:lnTo>
                  <a:lnTo>
                    <a:pt x="115817" y="20888"/>
                  </a:lnTo>
                  <a:lnTo>
                    <a:pt x="124911" y="35014"/>
                  </a:lnTo>
                  <a:lnTo>
                    <a:pt x="128045" y="50673"/>
                  </a:lnTo>
                  <a:lnTo>
                    <a:pt x="128045" y="275082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9365563" y="6222492"/>
              <a:ext cx="128045" cy="275082"/>
            </a:xfrm>
            <a:custGeom>
              <a:avLst/>
              <a:gdLst/>
              <a:ahLst/>
              <a:cxnLst/>
              <a:rect l="l" t="t" r="r" b="b"/>
              <a:pathLst>
                <a:path w="128045" h="275082">
                  <a:moveTo>
                    <a:pt x="0" y="275082"/>
                  </a:moveTo>
                  <a:lnTo>
                    <a:pt x="0" y="50673"/>
                  </a:lnTo>
                  <a:lnTo>
                    <a:pt x="0" y="50673"/>
                  </a:lnTo>
                  <a:lnTo>
                    <a:pt x="3134" y="35014"/>
                  </a:lnTo>
                  <a:lnTo>
                    <a:pt x="12227" y="20888"/>
                  </a:lnTo>
                  <a:lnTo>
                    <a:pt x="26391" y="9678"/>
                  </a:lnTo>
                  <a:lnTo>
                    <a:pt x="44239" y="2480"/>
                  </a:lnTo>
                  <a:lnTo>
                    <a:pt x="64023" y="0"/>
                  </a:lnTo>
                  <a:lnTo>
                    <a:pt x="83807" y="2480"/>
                  </a:lnTo>
                  <a:lnTo>
                    <a:pt x="101654" y="9678"/>
                  </a:lnTo>
                  <a:lnTo>
                    <a:pt x="115818" y="20888"/>
                  </a:lnTo>
                  <a:lnTo>
                    <a:pt x="124912" y="35014"/>
                  </a:lnTo>
                  <a:lnTo>
                    <a:pt x="128045" y="50673"/>
                  </a:lnTo>
                  <a:lnTo>
                    <a:pt x="128045" y="275082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9178069" y="5759196"/>
              <a:ext cx="27438" cy="86868"/>
            </a:xfrm>
            <a:custGeom>
              <a:avLst/>
              <a:gdLst/>
              <a:ahLst/>
              <a:cxnLst/>
              <a:rect l="l" t="t" r="r" b="b"/>
              <a:pathLst>
                <a:path w="27438" h="86868">
                  <a:moveTo>
                    <a:pt x="0" y="86868"/>
                  </a:moveTo>
                  <a:lnTo>
                    <a:pt x="0" y="0"/>
                  </a:lnTo>
                  <a:lnTo>
                    <a:pt x="27438" y="0"/>
                  </a:lnTo>
                  <a:lnTo>
                    <a:pt x="27438" y="8686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9859450" y="5107686"/>
              <a:ext cx="310966" cy="1549146"/>
            </a:xfrm>
            <a:custGeom>
              <a:avLst/>
              <a:gdLst/>
              <a:ahLst/>
              <a:cxnLst/>
              <a:rect l="l" t="t" r="r" b="b"/>
              <a:pathLst>
                <a:path w="310966" h="1549146">
                  <a:moveTo>
                    <a:pt x="0" y="154914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154914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10001214" y="4861560"/>
              <a:ext cx="27439" cy="246126"/>
            </a:xfrm>
            <a:custGeom>
              <a:avLst/>
              <a:gdLst/>
              <a:ahLst/>
              <a:cxnLst/>
              <a:rect l="l" t="t" r="r" b="b"/>
              <a:pathLst>
                <a:path w="27439" h="246126">
                  <a:moveTo>
                    <a:pt x="0" y="246126"/>
                  </a:moveTo>
                  <a:lnTo>
                    <a:pt x="0" y="0"/>
                  </a:lnTo>
                  <a:lnTo>
                    <a:pt x="27439" y="0"/>
                  </a:lnTo>
                  <a:lnTo>
                    <a:pt x="27439" y="24612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Freeform 164"/>
            <p:cNvSpPr/>
            <p:nvPr/>
          </p:nvSpPr>
          <p:spPr>
            <a:xfrm>
              <a:off x="9905181" y="6512052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9905181" y="6352794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Freeform 166"/>
            <p:cNvSpPr/>
            <p:nvPr/>
          </p:nvSpPr>
          <p:spPr>
            <a:xfrm>
              <a:off x="9905181" y="6193536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9905181" y="6034278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Freeform 168"/>
            <p:cNvSpPr/>
            <p:nvPr/>
          </p:nvSpPr>
          <p:spPr>
            <a:xfrm>
              <a:off x="9905181" y="5875020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Freeform 169"/>
            <p:cNvSpPr/>
            <p:nvPr/>
          </p:nvSpPr>
          <p:spPr>
            <a:xfrm>
              <a:off x="9905181" y="5715762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Freeform 170"/>
            <p:cNvSpPr/>
            <p:nvPr/>
          </p:nvSpPr>
          <p:spPr>
            <a:xfrm>
              <a:off x="9905181" y="5556504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Freeform 171"/>
            <p:cNvSpPr/>
            <p:nvPr/>
          </p:nvSpPr>
          <p:spPr>
            <a:xfrm>
              <a:off x="9905181" y="5397246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Freeform 172"/>
            <p:cNvSpPr/>
            <p:nvPr/>
          </p:nvSpPr>
          <p:spPr>
            <a:xfrm>
              <a:off x="10225293" y="5440680"/>
              <a:ext cx="384134" cy="1216152"/>
            </a:xfrm>
            <a:custGeom>
              <a:avLst/>
              <a:gdLst/>
              <a:ahLst/>
              <a:cxnLst/>
              <a:rect l="l" t="t" r="r" b="b"/>
              <a:pathLst>
                <a:path w="384134" h="1216152">
                  <a:moveTo>
                    <a:pt x="0" y="1216152"/>
                  </a:moveTo>
                  <a:lnTo>
                    <a:pt x="0" y="0"/>
                  </a:lnTo>
                  <a:lnTo>
                    <a:pt x="384134" y="0"/>
                  </a:lnTo>
                  <a:lnTo>
                    <a:pt x="384134" y="121615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Freeform 173"/>
            <p:cNvSpPr/>
            <p:nvPr/>
          </p:nvSpPr>
          <p:spPr>
            <a:xfrm>
              <a:off x="10298461" y="5295900"/>
              <a:ext cx="237798" cy="1360932"/>
            </a:xfrm>
            <a:custGeom>
              <a:avLst/>
              <a:gdLst/>
              <a:ahLst/>
              <a:cxnLst/>
              <a:rect l="l" t="t" r="r" b="b"/>
              <a:pathLst>
                <a:path w="237798" h="1360932">
                  <a:moveTo>
                    <a:pt x="0" y="1360932"/>
                  </a:moveTo>
                  <a:lnTo>
                    <a:pt x="0" y="0"/>
                  </a:lnTo>
                  <a:lnTo>
                    <a:pt x="237798" y="0"/>
                  </a:lnTo>
                  <a:lnTo>
                    <a:pt x="237798" y="136093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Freeform 174"/>
            <p:cNvSpPr/>
            <p:nvPr/>
          </p:nvSpPr>
          <p:spPr>
            <a:xfrm>
              <a:off x="10271023" y="6512052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10271023" y="6352794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10271023" y="6193536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10271023" y="6034278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10271023" y="5875020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10271023" y="5715762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10664304" y="5281422"/>
              <a:ext cx="256089" cy="1375410"/>
            </a:xfrm>
            <a:custGeom>
              <a:avLst/>
              <a:gdLst/>
              <a:ahLst/>
              <a:cxnLst/>
              <a:rect l="l" t="t" r="r" b="b"/>
              <a:pathLst>
                <a:path w="256089" h="1375410">
                  <a:moveTo>
                    <a:pt x="0" y="1375410"/>
                  </a:moveTo>
                  <a:lnTo>
                    <a:pt x="0" y="144780"/>
                  </a:lnTo>
                  <a:lnTo>
                    <a:pt x="256089" y="0"/>
                  </a:lnTo>
                  <a:lnTo>
                    <a:pt x="256089" y="137541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10710034" y="6512052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10710034" y="6352794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10710034" y="6193536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Freeform 184"/>
            <p:cNvSpPr/>
            <p:nvPr/>
          </p:nvSpPr>
          <p:spPr>
            <a:xfrm>
              <a:off x="10710034" y="6034278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10710034" y="5875020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Freeform 186"/>
            <p:cNvSpPr/>
            <p:nvPr/>
          </p:nvSpPr>
          <p:spPr>
            <a:xfrm>
              <a:off x="10710034" y="5715762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Freeform 187"/>
            <p:cNvSpPr/>
            <p:nvPr/>
          </p:nvSpPr>
          <p:spPr>
            <a:xfrm>
              <a:off x="10710034" y="5556504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Freeform 188"/>
            <p:cNvSpPr/>
            <p:nvPr/>
          </p:nvSpPr>
          <p:spPr>
            <a:xfrm>
              <a:off x="10975269" y="5599938"/>
              <a:ext cx="402427" cy="1056894"/>
            </a:xfrm>
            <a:custGeom>
              <a:avLst/>
              <a:gdLst/>
              <a:ahLst/>
              <a:cxnLst/>
              <a:rect l="l" t="t" r="r" b="b"/>
              <a:pathLst>
                <a:path w="402427" h="1056894">
                  <a:moveTo>
                    <a:pt x="0" y="1056894"/>
                  </a:moveTo>
                  <a:lnTo>
                    <a:pt x="0" y="0"/>
                  </a:lnTo>
                  <a:lnTo>
                    <a:pt x="402427" y="0"/>
                  </a:lnTo>
                  <a:lnTo>
                    <a:pt x="402427" y="105689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11021000" y="6512052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Freeform 190"/>
            <p:cNvSpPr/>
            <p:nvPr/>
          </p:nvSpPr>
          <p:spPr>
            <a:xfrm>
              <a:off x="11021000" y="6352794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Freeform 191"/>
            <p:cNvSpPr/>
            <p:nvPr/>
          </p:nvSpPr>
          <p:spPr>
            <a:xfrm>
              <a:off x="11021000" y="6193536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Freeform 192"/>
            <p:cNvSpPr/>
            <p:nvPr/>
          </p:nvSpPr>
          <p:spPr>
            <a:xfrm>
              <a:off x="11021000" y="6034278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Freeform 193"/>
            <p:cNvSpPr/>
            <p:nvPr/>
          </p:nvSpPr>
          <p:spPr>
            <a:xfrm>
              <a:off x="11021000" y="5875020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Freeform 194"/>
            <p:cNvSpPr/>
            <p:nvPr/>
          </p:nvSpPr>
          <p:spPr>
            <a:xfrm>
              <a:off x="11432572" y="4948428"/>
              <a:ext cx="384135" cy="1708404"/>
            </a:xfrm>
            <a:custGeom>
              <a:avLst/>
              <a:gdLst/>
              <a:ahLst/>
              <a:cxnLst/>
              <a:rect l="l" t="t" r="r" b="b"/>
              <a:pathLst>
                <a:path w="384135" h="1708404">
                  <a:moveTo>
                    <a:pt x="0" y="1708404"/>
                  </a:moveTo>
                  <a:lnTo>
                    <a:pt x="0" y="0"/>
                  </a:lnTo>
                  <a:lnTo>
                    <a:pt x="384135" y="0"/>
                  </a:lnTo>
                  <a:lnTo>
                    <a:pt x="384135" y="170840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Freeform 195"/>
            <p:cNvSpPr/>
            <p:nvPr/>
          </p:nvSpPr>
          <p:spPr>
            <a:xfrm>
              <a:off x="11487449" y="4745736"/>
              <a:ext cx="274381" cy="202692"/>
            </a:xfrm>
            <a:custGeom>
              <a:avLst/>
              <a:gdLst/>
              <a:ahLst/>
              <a:cxnLst/>
              <a:rect l="l" t="t" r="r" b="b"/>
              <a:pathLst>
                <a:path w="274381" h="202692">
                  <a:moveTo>
                    <a:pt x="0" y="202692"/>
                  </a:moveTo>
                  <a:lnTo>
                    <a:pt x="0" y="101346"/>
                  </a:lnTo>
                  <a:lnTo>
                    <a:pt x="137191" y="0"/>
                  </a:lnTo>
                  <a:lnTo>
                    <a:pt x="274381" y="101346"/>
                  </a:lnTo>
                  <a:lnTo>
                    <a:pt x="274381" y="20269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Freeform 196"/>
            <p:cNvSpPr/>
            <p:nvPr/>
          </p:nvSpPr>
          <p:spPr>
            <a:xfrm>
              <a:off x="11478303" y="6512052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Freeform 197"/>
            <p:cNvSpPr/>
            <p:nvPr/>
          </p:nvSpPr>
          <p:spPr>
            <a:xfrm>
              <a:off x="11478303" y="6352794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Freeform 198"/>
            <p:cNvSpPr/>
            <p:nvPr/>
          </p:nvSpPr>
          <p:spPr>
            <a:xfrm>
              <a:off x="11478303" y="6193536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Freeform 199"/>
            <p:cNvSpPr/>
            <p:nvPr/>
          </p:nvSpPr>
          <p:spPr>
            <a:xfrm>
              <a:off x="11478303" y="6034278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Freeform 200"/>
            <p:cNvSpPr/>
            <p:nvPr/>
          </p:nvSpPr>
          <p:spPr>
            <a:xfrm>
              <a:off x="11478303" y="5875020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Freeform 201"/>
            <p:cNvSpPr/>
            <p:nvPr/>
          </p:nvSpPr>
          <p:spPr>
            <a:xfrm>
              <a:off x="11478303" y="5715762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Freeform 202"/>
            <p:cNvSpPr/>
            <p:nvPr/>
          </p:nvSpPr>
          <p:spPr>
            <a:xfrm>
              <a:off x="11478303" y="5556504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11478303" y="5397246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Freeform 204"/>
            <p:cNvSpPr/>
            <p:nvPr/>
          </p:nvSpPr>
          <p:spPr>
            <a:xfrm>
              <a:off x="11478303" y="5237988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Freeform 205"/>
            <p:cNvSpPr/>
            <p:nvPr/>
          </p:nvSpPr>
          <p:spPr>
            <a:xfrm>
              <a:off x="11871583" y="5759196"/>
              <a:ext cx="320112" cy="897636"/>
            </a:xfrm>
            <a:custGeom>
              <a:avLst/>
              <a:gdLst/>
              <a:ahLst/>
              <a:cxnLst/>
              <a:rect l="l" t="t" r="r" b="b"/>
              <a:pathLst>
                <a:path w="320112" h="897636">
                  <a:moveTo>
                    <a:pt x="0" y="897636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89763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Freeform 206"/>
            <p:cNvSpPr/>
            <p:nvPr/>
          </p:nvSpPr>
          <p:spPr>
            <a:xfrm>
              <a:off x="11917313" y="6512052"/>
              <a:ext cx="228652" cy="28956"/>
            </a:xfrm>
            <a:custGeom>
              <a:avLst/>
              <a:gdLst/>
              <a:ahLst/>
              <a:cxnLst/>
              <a:rect l="l" t="t" r="r" b="b"/>
              <a:pathLst>
                <a:path w="228652" h="28956">
                  <a:moveTo>
                    <a:pt x="0" y="28956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Freeform 207"/>
            <p:cNvSpPr/>
            <p:nvPr/>
          </p:nvSpPr>
          <p:spPr>
            <a:xfrm>
              <a:off x="11917313" y="6352794"/>
              <a:ext cx="228652" cy="28956"/>
            </a:xfrm>
            <a:custGeom>
              <a:avLst/>
              <a:gdLst/>
              <a:ahLst/>
              <a:cxnLst/>
              <a:rect l="l" t="t" r="r" b="b"/>
              <a:pathLst>
                <a:path w="228652" h="28956">
                  <a:moveTo>
                    <a:pt x="0" y="28956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Freeform 208"/>
            <p:cNvSpPr/>
            <p:nvPr/>
          </p:nvSpPr>
          <p:spPr>
            <a:xfrm>
              <a:off x="11917313" y="6193536"/>
              <a:ext cx="228652" cy="28956"/>
            </a:xfrm>
            <a:custGeom>
              <a:avLst/>
              <a:gdLst/>
              <a:ahLst/>
              <a:cxnLst/>
              <a:rect l="l" t="t" r="r" b="b"/>
              <a:pathLst>
                <a:path w="228652" h="28956">
                  <a:moveTo>
                    <a:pt x="0" y="28956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11917313" y="6034278"/>
              <a:ext cx="228652" cy="28956"/>
            </a:xfrm>
            <a:custGeom>
              <a:avLst/>
              <a:gdLst/>
              <a:ahLst/>
              <a:cxnLst/>
              <a:rect l="l" t="t" r="r" b="b"/>
              <a:pathLst>
                <a:path w="228652" h="28956">
                  <a:moveTo>
                    <a:pt x="0" y="28956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-115137" y="6290500"/>
              <a:ext cx="665234" cy="585788"/>
            </a:xfrm>
            <a:custGeom>
              <a:avLst/>
              <a:gdLst/>
              <a:ahLst/>
              <a:cxnLst/>
              <a:rect l="l" t="t" r="r" b="b"/>
              <a:pathLst>
                <a:path w="665234" h="585788">
                  <a:moveTo>
                    <a:pt x="0" y="585788"/>
                  </a:moveTo>
                  <a:lnTo>
                    <a:pt x="0" y="0"/>
                  </a:lnTo>
                  <a:lnTo>
                    <a:pt x="665234" y="0"/>
                  </a:lnTo>
                  <a:lnTo>
                    <a:pt x="665234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831543" y="6404800"/>
              <a:ext cx="767578" cy="471488"/>
            </a:xfrm>
            <a:custGeom>
              <a:avLst/>
              <a:gdLst/>
              <a:ahLst/>
              <a:cxnLst/>
              <a:rect l="l" t="t" r="r" b="b"/>
              <a:pathLst>
                <a:path w="767578" h="471488">
                  <a:moveTo>
                    <a:pt x="0" y="471488"/>
                  </a:moveTo>
                  <a:lnTo>
                    <a:pt x="0" y="0"/>
                  </a:lnTo>
                  <a:lnTo>
                    <a:pt x="767578" y="0"/>
                  </a:lnTo>
                  <a:lnTo>
                    <a:pt x="767578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985058" y="6333363"/>
              <a:ext cx="460547" cy="542925"/>
            </a:xfrm>
            <a:custGeom>
              <a:avLst/>
              <a:gdLst/>
              <a:ahLst/>
              <a:cxnLst/>
              <a:rect l="l" t="t" r="r" b="b"/>
              <a:pathLst>
                <a:path w="460547" h="542925">
                  <a:moveTo>
                    <a:pt x="0" y="542925"/>
                  </a:moveTo>
                  <a:lnTo>
                    <a:pt x="0" y="0"/>
                  </a:lnTo>
                  <a:lnTo>
                    <a:pt x="460547" y="0"/>
                  </a:lnTo>
                  <a:lnTo>
                    <a:pt x="46054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4733397" y="6319076"/>
              <a:ext cx="601269" cy="557212"/>
            </a:xfrm>
            <a:custGeom>
              <a:avLst/>
              <a:gdLst/>
              <a:ahLst/>
              <a:cxnLst/>
              <a:rect l="l" t="t" r="r" b="b"/>
              <a:pathLst>
                <a:path w="601269" h="557212">
                  <a:moveTo>
                    <a:pt x="0" y="557212"/>
                  </a:moveTo>
                  <a:lnTo>
                    <a:pt x="0" y="0"/>
                  </a:lnTo>
                  <a:lnTo>
                    <a:pt x="601269" y="0"/>
                  </a:lnTo>
                  <a:lnTo>
                    <a:pt x="601269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023338" y="6166675"/>
              <a:ext cx="767577" cy="709613"/>
            </a:xfrm>
            <a:custGeom>
              <a:avLst/>
              <a:gdLst/>
              <a:ahLst/>
              <a:cxnLst/>
              <a:rect l="l" t="t" r="r" b="b"/>
              <a:pathLst>
                <a:path w="767577" h="709613">
                  <a:moveTo>
                    <a:pt x="0" y="709613"/>
                  </a:moveTo>
                  <a:lnTo>
                    <a:pt x="0" y="0"/>
                  </a:lnTo>
                  <a:lnTo>
                    <a:pt x="767577" y="0"/>
                  </a:lnTo>
                  <a:lnTo>
                    <a:pt x="767577" y="7096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7931638" y="6204776"/>
              <a:ext cx="562890" cy="671512"/>
            </a:xfrm>
            <a:custGeom>
              <a:avLst/>
              <a:gdLst/>
              <a:ahLst/>
              <a:cxnLst/>
              <a:rect l="l" t="t" r="r" b="b"/>
              <a:pathLst>
                <a:path w="562890" h="671512">
                  <a:moveTo>
                    <a:pt x="0" y="671512"/>
                  </a:moveTo>
                  <a:lnTo>
                    <a:pt x="0" y="0"/>
                  </a:lnTo>
                  <a:lnTo>
                    <a:pt x="562890" y="0"/>
                  </a:lnTo>
                  <a:lnTo>
                    <a:pt x="562890" y="6715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8044216" y="6100000"/>
              <a:ext cx="337734" cy="776288"/>
            </a:xfrm>
            <a:custGeom>
              <a:avLst/>
              <a:gdLst/>
              <a:ahLst/>
              <a:cxnLst/>
              <a:rect l="l" t="t" r="r" b="b"/>
              <a:pathLst>
                <a:path w="337734" h="776288">
                  <a:moveTo>
                    <a:pt x="0" y="776288"/>
                  </a:moveTo>
                  <a:lnTo>
                    <a:pt x="0" y="0"/>
                  </a:lnTo>
                  <a:lnTo>
                    <a:pt x="337734" y="0"/>
                  </a:lnTo>
                  <a:lnTo>
                    <a:pt x="337734" y="776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775974" y="6252400"/>
              <a:ext cx="422167" cy="623888"/>
            </a:xfrm>
            <a:custGeom>
              <a:avLst/>
              <a:gdLst/>
              <a:ahLst/>
              <a:cxnLst/>
              <a:rect l="l" t="t" r="r" b="b"/>
              <a:pathLst>
                <a:path w="422167" h="623888">
                  <a:moveTo>
                    <a:pt x="0" y="623888"/>
                  </a:moveTo>
                  <a:lnTo>
                    <a:pt x="0" y="0"/>
                  </a:lnTo>
                  <a:lnTo>
                    <a:pt x="422167" y="0"/>
                  </a:lnTo>
                  <a:lnTo>
                    <a:pt x="422167" y="6238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338864" y="6504813"/>
              <a:ext cx="460547" cy="371475"/>
            </a:xfrm>
            <a:custGeom>
              <a:avLst/>
              <a:gdLst/>
              <a:ahLst/>
              <a:cxnLst/>
              <a:rect l="l" t="t" r="r" b="b"/>
              <a:pathLst>
                <a:path w="460547" h="371475">
                  <a:moveTo>
                    <a:pt x="0" y="371475"/>
                  </a:moveTo>
                  <a:lnTo>
                    <a:pt x="0" y="0"/>
                  </a:lnTo>
                  <a:lnTo>
                    <a:pt x="460547" y="0"/>
                  </a:lnTo>
                  <a:lnTo>
                    <a:pt x="460547" y="3714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0106442" y="6476238"/>
              <a:ext cx="447754" cy="400050"/>
            </a:xfrm>
            <a:custGeom>
              <a:avLst/>
              <a:gdLst/>
              <a:ahLst/>
              <a:cxnLst/>
              <a:rect l="l" t="t" r="r" b="b"/>
              <a:pathLst>
                <a:path w="447754" h="400050">
                  <a:moveTo>
                    <a:pt x="0" y="400050"/>
                  </a:moveTo>
                  <a:lnTo>
                    <a:pt x="0" y="0"/>
                  </a:lnTo>
                  <a:lnTo>
                    <a:pt x="447754" y="0"/>
                  </a:lnTo>
                  <a:lnTo>
                    <a:pt x="447754" y="4000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195993" y="6423850"/>
              <a:ext cx="268652" cy="452438"/>
            </a:xfrm>
            <a:custGeom>
              <a:avLst/>
              <a:gdLst/>
              <a:ahLst/>
              <a:cxnLst/>
              <a:rect l="l" t="t" r="r" b="b"/>
              <a:pathLst>
                <a:path w="268652" h="452438">
                  <a:moveTo>
                    <a:pt x="0" y="452438"/>
                  </a:moveTo>
                  <a:lnTo>
                    <a:pt x="0" y="0"/>
                  </a:lnTo>
                  <a:lnTo>
                    <a:pt x="268652" y="0"/>
                  </a:lnTo>
                  <a:lnTo>
                    <a:pt x="268652" y="4524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0720504" y="6200013"/>
              <a:ext cx="383789" cy="676275"/>
            </a:xfrm>
            <a:custGeom>
              <a:avLst/>
              <a:gdLst/>
              <a:ahLst/>
              <a:cxnLst/>
              <a:rect l="l" t="t" r="r" b="b"/>
              <a:pathLst>
                <a:path w="383789" h="676275">
                  <a:moveTo>
                    <a:pt x="0" y="676275"/>
                  </a:moveTo>
                  <a:lnTo>
                    <a:pt x="0" y="0"/>
                  </a:lnTo>
                  <a:lnTo>
                    <a:pt x="383789" y="0"/>
                  </a:lnTo>
                  <a:lnTo>
                    <a:pt x="383789" y="676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797262" y="6138100"/>
              <a:ext cx="230273" cy="738188"/>
            </a:xfrm>
            <a:custGeom>
              <a:avLst/>
              <a:gdLst/>
              <a:ahLst/>
              <a:cxnLst/>
              <a:rect l="l" t="t" r="r" b="b"/>
              <a:pathLst>
                <a:path w="230273" h="738188">
                  <a:moveTo>
                    <a:pt x="0" y="738188"/>
                  </a:moveTo>
                  <a:lnTo>
                    <a:pt x="0" y="0"/>
                  </a:lnTo>
                  <a:lnTo>
                    <a:pt x="230273" y="0"/>
                  </a:lnTo>
                  <a:lnTo>
                    <a:pt x="230273" y="7381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1372945" y="6528626"/>
              <a:ext cx="626856" cy="347662"/>
            </a:xfrm>
            <a:custGeom>
              <a:avLst/>
              <a:gdLst/>
              <a:ahLst/>
              <a:cxnLst/>
              <a:rect l="l" t="t" r="r" b="b"/>
              <a:pathLst>
                <a:path w="626856" h="347662">
                  <a:moveTo>
                    <a:pt x="0" y="347662"/>
                  </a:moveTo>
                  <a:lnTo>
                    <a:pt x="0" y="0"/>
                  </a:lnTo>
                  <a:lnTo>
                    <a:pt x="626856" y="0"/>
                  </a:lnTo>
                  <a:lnTo>
                    <a:pt x="626856" y="3476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1498317" y="6452425"/>
              <a:ext cx="376113" cy="423863"/>
            </a:xfrm>
            <a:custGeom>
              <a:avLst/>
              <a:gdLst/>
              <a:ahLst/>
              <a:cxnLst/>
              <a:rect l="l" t="t" r="r" b="b"/>
              <a:pathLst>
                <a:path w="376113" h="423863">
                  <a:moveTo>
                    <a:pt x="0" y="423863"/>
                  </a:moveTo>
                  <a:lnTo>
                    <a:pt x="0" y="0"/>
                  </a:lnTo>
                  <a:lnTo>
                    <a:pt x="376113" y="0"/>
                  </a:lnTo>
                  <a:lnTo>
                    <a:pt x="376113" y="42386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5168358" y="6095238"/>
              <a:ext cx="1176952" cy="438150"/>
            </a:xfrm>
            <a:custGeom>
              <a:avLst/>
              <a:gdLst/>
              <a:ahLst/>
              <a:cxnLst/>
              <a:rect l="l" t="t" r="r" b="b"/>
              <a:pathLst>
                <a:path w="1176952" h="438150">
                  <a:moveTo>
                    <a:pt x="1176952" y="219075"/>
                  </a:moveTo>
                  <a:lnTo>
                    <a:pt x="1165645" y="176336"/>
                  </a:lnTo>
                  <a:lnTo>
                    <a:pt x="1132157" y="135239"/>
                  </a:lnTo>
                  <a:lnTo>
                    <a:pt x="1077776" y="97363"/>
                  </a:lnTo>
                  <a:lnTo>
                    <a:pt x="1004592" y="64166"/>
                  </a:lnTo>
                  <a:lnTo>
                    <a:pt x="915416" y="36921"/>
                  </a:lnTo>
                  <a:lnTo>
                    <a:pt x="813676" y="16676"/>
                  </a:lnTo>
                  <a:lnTo>
                    <a:pt x="703282" y="4209"/>
                  </a:lnTo>
                  <a:lnTo>
                    <a:pt x="588476" y="0"/>
                  </a:lnTo>
                  <a:lnTo>
                    <a:pt x="473670" y="4209"/>
                  </a:lnTo>
                  <a:lnTo>
                    <a:pt x="363276" y="16676"/>
                  </a:lnTo>
                  <a:lnTo>
                    <a:pt x="261536" y="36921"/>
                  </a:lnTo>
                  <a:lnTo>
                    <a:pt x="172360" y="64166"/>
                  </a:lnTo>
                  <a:lnTo>
                    <a:pt x="99176" y="97363"/>
                  </a:lnTo>
                  <a:lnTo>
                    <a:pt x="44795" y="135239"/>
                  </a:lnTo>
                  <a:lnTo>
                    <a:pt x="11307" y="176336"/>
                  </a:lnTo>
                  <a:lnTo>
                    <a:pt x="0" y="219075"/>
                  </a:lnTo>
                  <a:lnTo>
                    <a:pt x="11307" y="261814"/>
                  </a:lnTo>
                  <a:lnTo>
                    <a:pt x="44795" y="302911"/>
                  </a:lnTo>
                  <a:lnTo>
                    <a:pt x="99176" y="340787"/>
                  </a:lnTo>
                  <a:lnTo>
                    <a:pt x="172360" y="373984"/>
                  </a:lnTo>
                  <a:lnTo>
                    <a:pt x="261536" y="401229"/>
                  </a:lnTo>
                  <a:lnTo>
                    <a:pt x="363276" y="421474"/>
                  </a:lnTo>
                  <a:lnTo>
                    <a:pt x="473670" y="433941"/>
                  </a:lnTo>
                  <a:lnTo>
                    <a:pt x="588476" y="438150"/>
                  </a:lnTo>
                  <a:lnTo>
                    <a:pt x="703282" y="433941"/>
                  </a:lnTo>
                  <a:lnTo>
                    <a:pt x="813676" y="421474"/>
                  </a:lnTo>
                  <a:lnTo>
                    <a:pt x="915416" y="401229"/>
                  </a:lnTo>
                  <a:lnTo>
                    <a:pt x="1004592" y="373984"/>
                  </a:lnTo>
                  <a:lnTo>
                    <a:pt x="1077776" y="340787"/>
                  </a:lnTo>
                  <a:lnTo>
                    <a:pt x="1132157" y="302911"/>
                  </a:lnTo>
                  <a:lnTo>
                    <a:pt x="1165645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-358203" y="6657213"/>
              <a:ext cx="486133" cy="219075"/>
            </a:xfrm>
            <a:custGeom>
              <a:avLst/>
              <a:gdLst/>
              <a:ahLst/>
              <a:cxnLst/>
              <a:rect l="l" t="t" r="r" b="b"/>
              <a:pathLst>
                <a:path w="486133" h="219075">
                  <a:moveTo>
                    <a:pt x="0" y="219075"/>
                  </a:moveTo>
                  <a:lnTo>
                    <a:pt x="0" y="0"/>
                  </a:lnTo>
                  <a:lnTo>
                    <a:pt x="486133" y="0"/>
                  </a:lnTo>
                  <a:lnTo>
                    <a:pt x="486133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27930" y="6304788"/>
              <a:ext cx="358203" cy="571500"/>
            </a:xfrm>
            <a:custGeom>
              <a:avLst/>
              <a:gdLst/>
              <a:ahLst/>
              <a:cxnLst/>
              <a:rect l="l" t="t" r="r" b="b"/>
              <a:pathLst>
                <a:path w="358203" h="571500">
                  <a:moveTo>
                    <a:pt x="0" y="571500"/>
                  </a:moveTo>
                  <a:lnTo>
                    <a:pt x="0" y="0"/>
                  </a:lnTo>
                  <a:lnTo>
                    <a:pt x="358203" y="0"/>
                  </a:lnTo>
                  <a:lnTo>
                    <a:pt x="358203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79102" y="6228588"/>
              <a:ext cx="255859" cy="647700"/>
            </a:xfrm>
            <a:custGeom>
              <a:avLst/>
              <a:gdLst/>
              <a:ahLst/>
              <a:cxnLst/>
              <a:rect l="l" t="t" r="r" b="b"/>
              <a:pathLst>
                <a:path w="255859" h="647700">
                  <a:moveTo>
                    <a:pt x="0" y="647700"/>
                  </a:moveTo>
                  <a:lnTo>
                    <a:pt x="0" y="0"/>
                  </a:lnTo>
                  <a:lnTo>
                    <a:pt x="255859" y="0"/>
                  </a:lnTo>
                  <a:lnTo>
                    <a:pt x="255859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486133" y="6685788"/>
              <a:ext cx="281445" cy="190500"/>
            </a:xfrm>
            <a:custGeom>
              <a:avLst/>
              <a:gdLst/>
              <a:ahLst/>
              <a:cxnLst/>
              <a:rect l="l" t="t" r="r" b="b"/>
              <a:pathLst>
                <a:path w="281445" h="190500">
                  <a:moveTo>
                    <a:pt x="0" y="190500"/>
                  </a:moveTo>
                  <a:lnTo>
                    <a:pt x="0" y="0"/>
                  </a:lnTo>
                  <a:lnTo>
                    <a:pt x="281445" y="0"/>
                  </a:lnTo>
                  <a:lnTo>
                    <a:pt x="281445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87842" y="6114288"/>
              <a:ext cx="38379" cy="114300"/>
            </a:xfrm>
            <a:custGeom>
              <a:avLst/>
              <a:gdLst/>
              <a:ahLst/>
              <a:cxnLst/>
              <a:rect l="l" t="t" r="r" b="b"/>
              <a:pathLst>
                <a:path w="38379" h="114300">
                  <a:moveTo>
                    <a:pt x="0" y="114300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767578" y="6714363"/>
              <a:ext cx="3582030" cy="161925"/>
            </a:xfrm>
            <a:custGeom>
              <a:avLst/>
              <a:gdLst/>
              <a:ahLst/>
              <a:cxnLst/>
              <a:rect l="l" t="t" r="r" b="b"/>
              <a:pathLst>
                <a:path w="3582030" h="161925">
                  <a:moveTo>
                    <a:pt x="0" y="161925"/>
                  </a:moveTo>
                  <a:lnTo>
                    <a:pt x="0" y="0"/>
                  </a:lnTo>
                  <a:lnTo>
                    <a:pt x="3582030" y="0"/>
                  </a:lnTo>
                  <a:lnTo>
                    <a:pt x="358203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921093" y="6438138"/>
              <a:ext cx="434961" cy="438150"/>
            </a:xfrm>
            <a:custGeom>
              <a:avLst/>
              <a:gdLst/>
              <a:ahLst/>
              <a:cxnLst/>
              <a:rect l="l" t="t" r="r" b="b"/>
              <a:pathLst>
                <a:path w="434961" h="438150">
                  <a:moveTo>
                    <a:pt x="0" y="4381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921093" y="6404800"/>
              <a:ext cx="434961" cy="33338"/>
            </a:xfrm>
            <a:custGeom>
              <a:avLst/>
              <a:gdLst/>
              <a:ahLst/>
              <a:cxnLst/>
              <a:rect l="l" t="t" r="r" b="b"/>
              <a:pathLst>
                <a:path w="434961" h="33338">
                  <a:moveTo>
                    <a:pt x="0" y="33338"/>
                  </a:moveTo>
                  <a:lnTo>
                    <a:pt x="217481" y="0"/>
                  </a:lnTo>
                  <a:lnTo>
                    <a:pt x="434961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3889061" y="6438138"/>
              <a:ext cx="434961" cy="438150"/>
            </a:xfrm>
            <a:custGeom>
              <a:avLst/>
              <a:gdLst/>
              <a:ahLst/>
              <a:cxnLst/>
              <a:rect l="l" t="t" r="r" b="b"/>
              <a:pathLst>
                <a:path w="434961" h="438150">
                  <a:moveTo>
                    <a:pt x="0" y="4381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89061" y="6404800"/>
              <a:ext cx="434961" cy="33338"/>
            </a:xfrm>
            <a:custGeom>
              <a:avLst/>
              <a:gdLst/>
              <a:ahLst/>
              <a:cxnLst/>
              <a:rect l="l" t="t" r="r" b="b"/>
              <a:pathLst>
                <a:path w="434961" h="33338">
                  <a:moveTo>
                    <a:pt x="0" y="33338"/>
                  </a:moveTo>
                  <a:lnTo>
                    <a:pt x="217481" y="0"/>
                  </a:lnTo>
                  <a:lnTo>
                    <a:pt x="434961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432812" y="6314313"/>
              <a:ext cx="767578" cy="561975"/>
            </a:xfrm>
            <a:custGeom>
              <a:avLst/>
              <a:gdLst/>
              <a:ahLst/>
              <a:cxnLst/>
              <a:rect l="l" t="t" r="r" b="b"/>
              <a:pathLst>
                <a:path w="767578" h="561975">
                  <a:moveTo>
                    <a:pt x="0" y="561975"/>
                  </a:moveTo>
                  <a:lnTo>
                    <a:pt x="0" y="0"/>
                  </a:lnTo>
                  <a:lnTo>
                    <a:pt x="767578" y="0"/>
                  </a:lnTo>
                  <a:lnTo>
                    <a:pt x="767578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3019140" y="6314313"/>
              <a:ext cx="793163" cy="561975"/>
            </a:xfrm>
            <a:custGeom>
              <a:avLst/>
              <a:gdLst/>
              <a:ahLst/>
              <a:cxnLst/>
              <a:rect l="l" t="t" r="r" b="b"/>
              <a:pathLst>
                <a:path w="793163" h="561975">
                  <a:moveTo>
                    <a:pt x="0" y="561975"/>
                  </a:moveTo>
                  <a:lnTo>
                    <a:pt x="0" y="0"/>
                  </a:lnTo>
                  <a:lnTo>
                    <a:pt x="793163" y="0"/>
                  </a:lnTo>
                  <a:lnTo>
                    <a:pt x="793163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2149218" y="6114288"/>
              <a:ext cx="921093" cy="762000"/>
            </a:xfrm>
            <a:custGeom>
              <a:avLst/>
              <a:gdLst/>
              <a:ahLst/>
              <a:cxnLst/>
              <a:rect l="l" t="t" r="r" b="b"/>
              <a:pathLst>
                <a:path w="921093" h="762000">
                  <a:moveTo>
                    <a:pt x="0" y="762000"/>
                  </a:moveTo>
                  <a:lnTo>
                    <a:pt x="0" y="47625"/>
                  </a:lnTo>
                  <a:lnTo>
                    <a:pt x="127930" y="0"/>
                  </a:lnTo>
                  <a:lnTo>
                    <a:pt x="793164" y="0"/>
                  </a:lnTo>
                  <a:lnTo>
                    <a:pt x="921093" y="47625"/>
                  </a:lnTo>
                  <a:lnTo>
                    <a:pt x="921093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4656639" y="6833426"/>
              <a:ext cx="2200390" cy="42862"/>
            </a:xfrm>
            <a:custGeom>
              <a:avLst/>
              <a:gdLst/>
              <a:ahLst/>
              <a:cxnLst/>
              <a:rect l="l" t="t" r="r" b="b"/>
              <a:pathLst>
                <a:path w="2200390" h="42862">
                  <a:moveTo>
                    <a:pt x="0" y="42862"/>
                  </a:moveTo>
                  <a:lnTo>
                    <a:pt x="0" y="0"/>
                  </a:lnTo>
                  <a:lnTo>
                    <a:pt x="2200390" y="0"/>
                  </a:lnTo>
                  <a:lnTo>
                    <a:pt x="2200390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4835741" y="6790563"/>
              <a:ext cx="1842186" cy="85725"/>
            </a:xfrm>
            <a:custGeom>
              <a:avLst/>
              <a:gdLst/>
              <a:ahLst/>
              <a:cxnLst/>
              <a:rect l="l" t="t" r="r" b="b"/>
              <a:pathLst>
                <a:path w="1842186" h="85725">
                  <a:moveTo>
                    <a:pt x="0" y="85725"/>
                  </a:moveTo>
                  <a:lnTo>
                    <a:pt x="0" y="0"/>
                  </a:lnTo>
                  <a:lnTo>
                    <a:pt x="1842186" y="0"/>
                  </a:lnTo>
                  <a:lnTo>
                    <a:pt x="1842186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4989256" y="6476238"/>
              <a:ext cx="140723" cy="314325"/>
            </a:xfrm>
            <a:custGeom>
              <a:avLst/>
              <a:gdLst/>
              <a:ahLst/>
              <a:cxnLst/>
              <a:rect l="l" t="t" r="r" b="b"/>
              <a:pathLst>
                <a:path w="140723" h="314325">
                  <a:moveTo>
                    <a:pt x="0" y="314325"/>
                  </a:moveTo>
                  <a:lnTo>
                    <a:pt x="0" y="0"/>
                  </a:lnTo>
                  <a:lnTo>
                    <a:pt x="140723" y="0"/>
                  </a:lnTo>
                  <a:lnTo>
                    <a:pt x="140723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5245115" y="6361938"/>
              <a:ext cx="153516" cy="428625"/>
            </a:xfrm>
            <a:custGeom>
              <a:avLst/>
              <a:gdLst/>
              <a:ahLst/>
              <a:cxnLst/>
              <a:rect l="l" t="t" r="r" b="b"/>
              <a:pathLst>
                <a:path w="153516" h="428625">
                  <a:moveTo>
                    <a:pt x="0" y="428625"/>
                  </a:moveTo>
                  <a:lnTo>
                    <a:pt x="0" y="0"/>
                  </a:lnTo>
                  <a:lnTo>
                    <a:pt x="153516" y="0"/>
                  </a:lnTo>
                  <a:lnTo>
                    <a:pt x="15351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115037" y="6361938"/>
              <a:ext cx="153516" cy="428625"/>
            </a:xfrm>
            <a:custGeom>
              <a:avLst/>
              <a:gdLst/>
              <a:ahLst/>
              <a:cxnLst/>
              <a:rect l="l" t="t" r="r" b="b"/>
              <a:pathLst>
                <a:path w="153516" h="428625">
                  <a:moveTo>
                    <a:pt x="0" y="428625"/>
                  </a:moveTo>
                  <a:lnTo>
                    <a:pt x="0" y="0"/>
                  </a:lnTo>
                  <a:lnTo>
                    <a:pt x="153516" y="0"/>
                  </a:lnTo>
                  <a:lnTo>
                    <a:pt x="15351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6383689" y="6476238"/>
              <a:ext cx="140723" cy="314325"/>
            </a:xfrm>
            <a:custGeom>
              <a:avLst/>
              <a:gdLst/>
              <a:ahLst/>
              <a:cxnLst/>
              <a:rect l="l" t="t" r="r" b="b"/>
              <a:pathLst>
                <a:path w="140723" h="314325">
                  <a:moveTo>
                    <a:pt x="0" y="314325"/>
                  </a:moveTo>
                  <a:lnTo>
                    <a:pt x="0" y="0"/>
                  </a:lnTo>
                  <a:lnTo>
                    <a:pt x="140723" y="0"/>
                  </a:lnTo>
                  <a:lnTo>
                    <a:pt x="140723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5552147" y="6247638"/>
              <a:ext cx="76757" cy="542925"/>
            </a:xfrm>
            <a:custGeom>
              <a:avLst/>
              <a:gdLst/>
              <a:ahLst/>
              <a:cxnLst/>
              <a:rect l="l" t="t" r="r" b="b"/>
              <a:pathLst>
                <a:path w="76757" h="542925">
                  <a:moveTo>
                    <a:pt x="0" y="542925"/>
                  </a:moveTo>
                  <a:lnTo>
                    <a:pt x="0" y="0"/>
                  </a:lnTo>
                  <a:lnTo>
                    <a:pt x="76757" y="0"/>
                  </a:lnTo>
                  <a:lnTo>
                    <a:pt x="7675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5884764" y="6247638"/>
              <a:ext cx="76757" cy="542925"/>
            </a:xfrm>
            <a:custGeom>
              <a:avLst/>
              <a:gdLst/>
              <a:ahLst/>
              <a:cxnLst/>
              <a:rect l="l" t="t" r="r" b="b"/>
              <a:pathLst>
                <a:path w="76757" h="542925">
                  <a:moveTo>
                    <a:pt x="0" y="542925"/>
                  </a:moveTo>
                  <a:lnTo>
                    <a:pt x="0" y="0"/>
                  </a:lnTo>
                  <a:lnTo>
                    <a:pt x="76757" y="0"/>
                  </a:lnTo>
                  <a:lnTo>
                    <a:pt x="7675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5552147" y="6614350"/>
              <a:ext cx="409374" cy="14288"/>
            </a:xfrm>
            <a:custGeom>
              <a:avLst/>
              <a:gdLst/>
              <a:ahLst/>
              <a:cxnLst/>
              <a:rect l="l" t="t" r="r" b="b"/>
              <a:pathLst>
                <a:path w="409374" h="14288">
                  <a:moveTo>
                    <a:pt x="0" y="14288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5552147" y="6471476"/>
              <a:ext cx="409374" cy="14287"/>
            </a:xfrm>
            <a:custGeom>
              <a:avLst/>
              <a:gdLst/>
              <a:ahLst/>
              <a:cxnLst/>
              <a:rect l="l" t="t" r="r" b="b"/>
              <a:pathLst>
                <a:path w="409374" h="14287">
                  <a:moveTo>
                    <a:pt x="0" y="14287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5552147" y="6328600"/>
              <a:ext cx="409374" cy="14288"/>
            </a:xfrm>
            <a:custGeom>
              <a:avLst/>
              <a:gdLst/>
              <a:ahLst/>
              <a:cxnLst/>
              <a:rect l="l" t="t" r="r" b="b"/>
              <a:pathLst>
                <a:path w="409374" h="14288">
                  <a:moveTo>
                    <a:pt x="0" y="14288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5398631" y="6085713"/>
              <a:ext cx="562890" cy="180975"/>
            </a:xfrm>
            <a:custGeom>
              <a:avLst/>
              <a:gdLst/>
              <a:ahLst/>
              <a:cxnLst/>
              <a:rect l="l" t="t" r="r" b="b"/>
              <a:pathLst>
                <a:path w="562890" h="180975">
                  <a:moveTo>
                    <a:pt x="153516" y="180975"/>
                  </a:moveTo>
                  <a:lnTo>
                    <a:pt x="562890" y="180975"/>
                  </a:lnTo>
                  <a:lnTo>
                    <a:pt x="434961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383789" y="28575"/>
                  </a:lnTo>
                  <a:lnTo>
                    <a:pt x="486133" y="152400"/>
                  </a:lnTo>
                  <a:lnTo>
                    <a:pt x="15351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6857029" y="6742938"/>
              <a:ext cx="434961" cy="133350"/>
            </a:xfrm>
            <a:custGeom>
              <a:avLst/>
              <a:gdLst/>
              <a:ahLst/>
              <a:cxnLst/>
              <a:rect l="l" t="t" r="r" b="b"/>
              <a:pathLst>
                <a:path w="434961" h="133350">
                  <a:moveTo>
                    <a:pt x="0" y="1333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7036130" y="6523863"/>
              <a:ext cx="204688" cy="352425"/>
            </a:xfrm>
            <a:custGeom>
              <a:avLst/>
              <a:gdLst/>
              <a:ahLst/>
              <a:cxnLst/>
              <a:rect l="l" t="t" r="r" b="b"/>
              <a:pathLst>
                <a:path w="204688" h="352425">
                  <a:moveTo>
                    <a:pt x="0" y="352425"/>
                  </a:moveTo>
                  <a:lnTo>
                    <a:pt x="0" y="0"/>
                  </a:lnTo>
                  <a:lnTo>
                    <a:pt x="204688" y="0"/>
                  </a:lnTo>
                  <a:lnTo>
                    <a:pt x="204688" y="3524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8699216" y="6666738"/>
              <a:ext cx="204687" cy="209550"/>
            </a:xfrm>
            <a:custGeom>
              <a:avLst/>
              <a:gdLst/>
              <a:ahLst/>
              <a:cxnLst/>
              <a:rect l="l" t="t" r="r" b="b"/>
              <a:pathLst>
                <a:path w="204687" h="209550">
                  <a:moveTo>
                    <a:pt x="0" y="209550"/>
                  </a:moveTo>
                  <a:lnTo>
                    <a:pt x="0" y="0"/>
                  </a:lnTo>
                  <a:lnTo>
                    <a:pt x="204687" y="0"/>
                  </a:lnTo>
                  <a:lnTo>
                    <a:pt x="204687" y="209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7266404" y="6771513"/>
              <a:ext cx="1458398" cy="104775"/>
            </a:xfrm>
            <a:custGeom>
              <a:avLst/>
              <a:gdLst/>
              <a:ahLst/>
              <a:cxnLst/>
              <a:rect l="l" t="t" r="r" b="b"/>
              <a:pathLst>
                <a:path w="1458398" h="104775">
                  <a:moveTo>
                    <a:pt x="0" y="104775"/>
                  </a:moveTo>
                  <a:lnTo>
                    <a:pt x="0" y="0"/>
                  </a:lnTo>
                  <a:lnTo>
                    <a:pt x="1458398" y="0"/>
                  </a:lnTo>
                  <a:lnTo>
                    <a:pt x="1458398" y="1047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7419919" y="6380988"/>
              <a:ext cx="1151367" cy="390525"/>
            </a:xfrm>
            <a:custGeom>
              <a:avLst/>
              <a:gdLst/>
              <a:ahLst/>
              <a:cxnLst/>
              <a:rect l="l" t="t" r="r" b="b"/>
              <a:pathLst>
                <a:path w="1151367" h="390525">
                  <a:moveTo>
                    <a:pt x="0" y="390525"/>
                  </a:moveTo>
                  <a:lnTo>
                    <a:pt x="0" y="0"/>
                  </a:lnTo>
                  <a:lnTo>
                    <a:pt x="1151367" y="0"/>
                  </a:lnTo>
                  <a:lnTo>
                    <a:pt x="1151367" y="3905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355955" y="6342888"/>
              <a:ext cx="1279296" cy="38100"/>
            </a:xfrm>
            <a:custGeom>
              <a:avLst/>
              <a:gdLst/>
              <a:ahLst/>
              <a:cxnLst/>
              <a:rect l="l" t="t" r="r" b="b"/>
              <a:pathLst>
                <a:path w="1279296" h="38100">
                  <a:moveTo>
                    <a:pt x="0" y="38100"/>
                  </a:moveTo>
                  <a:lnTo>
                    <a:pt x="0" y="0"/>
                  </a:lnTo>
                  <a:lnTo>
                    <a:pt x="1279296" y="0"/>
                  </a:lnTo>
                  <a:lnTo>
                    <a:pt x="1279296" y="38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7976413" y="6285738"/>
              <a:ext cx="38379" cy="57150"/>
            </a:xfrm>
            <a:custGeom>
              <a:avLst/>
              <a:gdLst/>
              <a:ahLst/>
              <a:cxnLst/>
              <a:rect l="l" t="t" r="r" b="b"/>
              <a:pathLst>
                <a:path w="38379" h="57150">
                  <a:moveTo>
                    <a:pt x="0" y="57150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57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8929489" y="5857113"/>
              <a:ext cx="434961" cy="1019175"/>
            </a:xfrm>
            <a:custGeom>
              <a:avLst/>
              <a:gdLst/>
              <a:ahLst/>
              <a:cxnLst/>
              <a:rect l="l" t="t" r="r" b="b"/>
              <a:pathLst>
                <a:path w="434961" h="1019175">
                  <a:moveTo>
                    <a:pt x="0" y="1019175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10191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9127780" y="5695188"/>
              <a:ext cx="38379" cy="161925"/>
            </a:xfrm>
            <a:custGeom>
              <a:avLst/>
              <a:gdLst/>
              <a:ahLst/>
              <a:cxnLst/>
              <a:rect l="l" t="t" r="r" b="b"/>
              <a:pathLst>
                <a:path w="38379" h="161925">
                  <a:moveTo>
                    <a:pt x="0" y="161925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9441208" y="6076188"/>
              <a:ext cx="537304" cy="800100"/>
            </a:xfrm>
            <a:custGeom>
              <a:avLst/>
              <a:gdLst/>
              <a:ahLst/>
              <a:cxnLst/>
              <a:rect l="l" t="t" r="r" b="b"/>
              <a:pathLst>
                <a:path w="537304" h="800100">
                  <a:moveTo>
                    <a:pt x="0" y="800100"/>
                  </a:moveTo>
                  <a:lnTo>
                    <a:pt x="0" y="0"/>
                  </a:lnTo>
                  <a:lnTo>
                    <a:pt x="537304" y="0"/>
                  </a:lnTo>
                  <a:lnTo>
                    <a:pt x="537304" y="800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9543552" y="5980938"/>
              <a:ext cx="332617" cy="895350"/>
            </a:xfrm>
            <a:custGeom>
              <a:avLst/>
              <a:gdLst/>
              <a:ahLst/>
              <a:cxnLst/>
              <a:rect l="l" t="t" r="r" b="b"/>
              <a:pathLst>
                <a:path w="332617" h="895350">
                  <a:moveTo>
                    <a:pt x="0" y="895350"/>
                  </a:moveTo>
                  <a:lnTo>
                    <a:pt x="0" y="0"/>
                  </a:lnTo>
                  <a:lnTo>
                    <a:pt x="332617" y="0"/>
                  </a:lnTo>
                  <a:lnTo>
                    <a:pt x="332617" y="895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0055270" y="5971413"/>
              <a:ext cx="358203" cy="904875"/>
            </a:xfrm>
            <a:custGeom>
              <a:avLst/>
              <a:gdLst/>
              <a:ahLst/>
              <a:cxnLst/>
              <a:rect l="l" t="t" r="r" b="b"/>
              <a:pathLst>
                <a:path w="358203" h="904875">
                  <a:moveTo>
                    <a:pt x="0" y="904875"/>
                  </a:moveTo>
                  <a:lnTo>
                    <a:pt x="0" y="95250"/>
                  </a:lnTo>
                  <a:lnTo>
                    <a:pt x="358203" y="0"/>
                  </a:lnTo>
                  <a:lnTo>
                    <a:pt x="358203" y="9048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10490231" y="6180963"/>
              <a:ext cx="562890" cy="695325"/>
            </a:xfrm>
            <a:custGeom>
              <a:avLst/>
              <a:gdLst/>
              <a:ahLst/>
              <a:cxnLst/>
              <a:rect l="l" t="t" r="r" b="b"/>
              <a:pathLst>
                <a:path w="562890" h="695325">
                  <a:moveTo>
                    <a:pt x="0" y="695325"/>
                  </a:moveTo>
                  <a:lnTo>
                    <a:pt x="0" y="0"/>
                  </a:lnTo>
                  <a:lnTo>
                    <a:pt x="562890" y="0"/>
                  </a:lnTo>
                  <a:lnTo>
                    <a:pt x="562890" y="695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11129879" y="5752338"/>
              <a:ext cx="537305" cy="1123950"/>
            </a:xfrm>
            <a:custGeom>
              <a:avLst/>
              <a:gdLst/>
              <a:ahLst/>
              <a:cxnLst/>
              <a:rect l="l" t="t" r="r" b="b"/>
              <a:pathLst>
                <a:path w="537305" h="1123950">
                  <a:moveTo>
                    <a:pt x="0" y="1123950"/>
                  </a:moveTo>
                  <a:lnTo>
                    <a:pt x="0" y="0"/>
                  </a:lnTo>
                  <a:lnTo>
                    <a:pt x="537305" y="0"/>
                  </a:lnTo>
                  <a:lnTo>
                    <a:pt x="537305" y="11239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11206637" y="5618988"/>
              <a:ext cx="383789" cy="133350"/>
            </a:xfrm>
            <a:custGeom>
              <a:avLst/>
              <a:gdLst/>
              <a:ahLst/>
              <a:cxnLst/>
              <a:rect l="l" t="t" r="r" b="b"/>
              <a:pathLst>
                <a:path w="383789" h="133350">
                  <a:moveTo>
                    <a:pt x="0" y="133350"/>
                  </a:moveTo>
                  <a:lnTo>
                    <a:pt x="0" y="66675"/>
                  </a:lnTo>
                  <a:lnTo>
                    <a:pt x="191894" y="0"/>
                  </a:lnTo>
                  <a:lnTo>
                    <a:pt x="383789" y="66675"/>
                  </a:lnTo>
                  <a:lnTo>
                    <a:pt x="383789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11743941" y="6285738"/>
              <a:ext cx="447754" cy="590550"/>
            </a:xfrm>
            <a:custGeom>
              <a:avLst/>
              <a:gdLst/>
              <a:ahLst/>
              <a:cxnLst/>
              <a:rect l="l" t="t" r="r" b="b"/>
              <a:pathLst>
                <a:path w="447754" h="590550">
                  <a:moveTo>
                    <a:pt x="0" y="590550"/>
                  </a:moveTo>
                  <a:lnTo>
                    <a:pt x="0" y="0"/>
                  </a:lnTo>
                  <a:lnTo>
                    <a:pt x="447754" y="0"/>
                  </a:lnTo>
                  <a:lnTo>
                    <a:pt x="447754" y="590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Label pill"/>
          <p:cNvSpPr/>
          <p:nvPr/>
        </p:nvSpPr>
        <p:spPr>
          <a:xfrm>
            <a:off x="457200" y="292608"/>
            <a:ext cx="1975104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03 / 14  ·  Meheri</a:t>
            </a:r>
          </a:p>
        </p:txBody>
      </p:sp>
      <p:sp>
        <p:nvSpPr>
          <p:cNvPr id="61" name="Label pill"/>
          <p:cNvSpPr/>
          <p:nvPr/>
        </p:nvSpPr>
        <p:spPr>
          <a:xfrm>
            <a:off x="9064447" y="292608"/>
            <a:ext cx="267004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Admin  ·  F1 CLIP  ·  i18n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749808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0" spc="-150">
                <a:solidFill>
                  <a:srgbClr val="101C2E"/>
                </a:solidFill>
                <a:latin typeface="Bricolage Grotesque ExtraBold"/>
              </a:rPr>
              <a:t>MEHERI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1719072"/>
            <a:ext cx="7498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C3E57"/>
                </a:solidFill>
                <a:latin typeface="Figtree"/>
              </a:rPr>
              <a:t>Admin panel, AI photo severity, Bangla and dark mode</a:t>
            </a:r>
          </a:p>
        </p:txBody>
      </p:sp>
      <p:sp>
        <p:nvSpPr>
          <p:cNvPr id="65" name="Features I built panel"/>
          <p:cNvSpPr/>
          <p:nvPr/>
        </p:nvSpPr>
        <p:spPr>
          <a:xfrm>
            <a:off x="502920" y="2194560"/>
            <a:ext cx="7360920" cy="3611880"/>
          </a:xfrm>
          <a:prstGeom prst="roundRect">
            <a:avLst>
              <a:gd name="adj" fmla="val 5000"/>
            </a:avLst>
          </a:prstGeom>
          <a:solidFill>
            <a:srgbClr val="10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A9C8E8"/>
                </a:solidFill>
                <a:latin typeface="Figtree"/>
              </a:rPr>
              <a:t>FEATURES I BUILT</a:t>
            </a:r>
          </a:p>
        </p:txBody>
      </p:sp>
      <p:grpSp>
        <p:nvGrpSpPr>
          <p:cNvPr id="67" name="Building blocks"/>
          <p:cNvGrpSpPr/>
          <p:nvPr/>
        </p:nvGrpSpPr>
        <p:grpSpPr>
          <a:xfrm>
            <a:off x="6537960" y="1865376"/>
            <a:ext cx="996696" cy="768096"/>
            <a:chOff x="6537960" y="1865376"/>
            <a:chExt cx="996696" cy="768096"/>
          </a:xfrm>
        </p:grpSpPr>
        <p:sp>
          <p:nvSpPr>
            <p:cNvPr id="68" name="Rectangle 67"/>
            <p:cNvSpPr/>
            <p:nvPr/>
          </p:nvSpPr>
          <p:spPr>
            <a:xfrm>
              <a:off x="6537960" y="2377440"/>
              <a:ext cx="128016" cy="256032"/>
            </a:xfrm>
            <a:prstGeom prst="rect">
              <a:avLst/>
            </a:pr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Rectangle 68"/>
            <p:cNvSpPr/>
            <p:nvPr/>
          </p:nvSpPr>
          <p:spPr>
            <a:xfrm>
              <a:off x="6711696" y="2249424"/>
              <a:ext cx="128016" cy="384048"/>
            </a:xfrm>
            <a:prstGeom prst="rect">
              <a:avLst/>
            </a:pr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0" name="Rectangle 69"/>
            <p:cNvSpPr/>
            <p:nvPr/>
          </p:nvSpPr>
          <p:spPr>
            <a:xfrm>
              <a:off x="6885432" y="1993392"/>
              <a:ext cx="128016" cy="640080"/>
            </a:xfrm>
            <a:prstGeom prst="rect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1" name="Rectangle 70"/>
            <p:cNvSpPr/>
            <p:nvPr/>
          </p:nvSpPr>
          <p:spPr>
            <a:xfrm>
              <a:off x="7059168" y="2121408"/>
              <a:ext cx="128016" cy="512064"/>
            </a:xfrm>
            <a:prstGeom prst="rect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2" name="Rectangle 71"/>
            <p:cNvSpPr/>
            <p:nvPr/>
          </p:nvSpPr>
          <p:spPr>
            <a:xfrm>
              <a:off x="7232904" y="1865376"/>
              <a:ext cx="128016" cy="768096"/>
            </a:xfrm>
            <a:prstGeom prst="rect">
              <a:avLst/>
            </a:pr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3" name="Rectangle 72"/>
            <p:cNvSpPr/>
            <p:nvPr/>
          </p:nvSpPr>
          <p:spPr>
            <a:xfrm>
              <a:off x="7406640" y="2249424"/>
              <a:ext cx="128016" cy="384048"/>
            </a:xfrm>
            <a:prstGeom prst="rect">
              <a:avLst/>
            </a:pr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74" name="Feature card: Verify Resolutions"/>
          <p:cNvSpPr/>
          <p:nvPr/>
        </p:nvSpPr>
        <p:spPr>
          <a:xfrm>
            <a:off x="777240" y="272491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923544" y="28803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216152" y="281635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Verify Resolutions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3544" y="312724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/admin/verify · approve, reject, send-to-queue</a:t>
            </a:r>
          </a:p>
        </p:txBody>
      </p:sp>
      <p:sp>
        <p:nvSpPr>
          <p:cNvPr id="78" name="Feature card: Accountability"/>
          <p:cNvSpPr/>
          <p:nvPr/>
        </p:nvSpPr>
        <p:spPr>
          <a:xfrm>
            <a:off x="4251960" y="272491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4398264" y="28803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90872" y="281635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Accountability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98264" y="312724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GET /api/admin/accountability · stats.service, Recharts</a:t>
            </a:r>
          </a:p>
        </p:txBody>
      </p:sp>
      <p:sp>
        <p:nvSpPr>
          <p:cNvPr id="82" name="Feature card: Identity review API"/>
          <p:cNvSpPr/>
          <p:nvPr/>
        </p:nvSpPr>
        <p:spPr>
          <a:xfrm>
            <a:off x="777240" y="373075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923544" y="38862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B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216152" y="38221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Identity review API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3544" y="41330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GET /api/admin/identity · POST /identity/:id/review</a:t>
            </a:r>
          </a:p>
        </p:txBody>
      </p:sp>
      <p:sp>
        <p:nvSpPr>
          <p:cNvPr id="86" name="Feature card: F1 photo severity"/>
          <p:cNvSpPr/>
          <p:nvPr/>
        </p:nvSpPr>
        <p:spPr>
          <a:xfrm>
            <a:off x="4251960" y="373075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4398264" y="38862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4690872" y="38221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F1 photo severity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98264" y="41330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clip.service + severity.service: photo → issue priority</a:t>
            </a:r>
          </a:p>
        </p:txBody>
      </p:sp>
      <p:sp>
        <p:nvSpPr>
          <p:cNvPr id="90" name="Feature card: Staff Dashboard"/>
          <p:cNvSpPr/>
          <p:nvPr/>
        </p:nvSpPr>
        <p:spPr>
          <a:xfrm>
            <a:off x="777240" y="473659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923544" y="4892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9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1216152" y="48280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Staff Dashboard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3544" y="51389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StaffDashboard.jsx · /admin/dashboard</a:t>
            </a:r>
          </a:p>
        </p:txBody>
      </p:sp>
      <p:sp>
        <p:nvSpPr>
          <p:cNvPr id="94" name="Feature card: Bangla, translate, theme"/>
          <p:cNvSpPr/>
          <p:nvPr/>
        </p:nvSpPr>
        <p:spPr>
          <a:xfrm>
            <a:off x="4251960" y="473659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4398264" y="4892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C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690872" y="48280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Bangla, translate, theme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98264" y="51389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bn.js, TranslateText · POST /api/translate · ThemeToggle</a:t>
            </a:r>
          </a:p>
        </p:txBody>
      </p:sp>
      <p:grpSp>
        <p:nvGrpSpPr>
          <p:cNvPr id="98" name="Screenshot placeholder (browser): Verify Resolutions before/after review"/>
          <p:cNvGrpSpPr/>
          <p:nvPr/>
        </p:nvGrpSpPr>
        <p:grpSpPr>
          <a:xfrm>
            <a:off x="8092440" y="2194560"/>
            <a:ext cx="3611880" cy="3611880"/>
            <a:chOff x="8092440" y="2194560"/>
            <a:chExt cx="3611880" cy="3611880"/>
          </a:xfrm>
        </p:grpSpPr>
        <p:sp>
          <p:nvSpPr>
            <p:cNvPr id="99" name="Rounded Rectangle 98"/>
            <p:cNvSpPr/>
            <p:nvPr/>
          </p:nvSpPr>
          <p:spPr>
            <a:xfrm>
              <a:off x="8092440" y="2194560"/>
              <a:ext cx="3611880" cy="36118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100" name="Connector 99"/>
            <p:cNvCxnSpPr/>
            <p:nvPr/>
          </p:nvCxnSpPr>
          <p:spPr>
            <a:xfrm>
              <a:off x="8110728" y="2578608"/>
              <a:ext cx="357530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/>
            <p:cNvSpPr/>
            <p:nvPr/>
          </p:nvSpPr>
          <p:spPr>
            <a:xfrm>
              <a:off x="8257032" y="233172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2" name="Oval 101"/>
            <p:cNvSpPr/>
            <p:nvPr/>
          </p:nvSpPr>
          <p:spPr>
            <a:xfrm>
              <a:off x="8439912" y="233172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3" name="Oval 102"/>
            <p:cNvSpPr/>
            <p:nvPr/>
          </p:nvSpPr>
          <p:spPr>
            <a:xfrm>
              <a:off x="8622792" y="233172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4" name="Rounded Rectangle 103"/>
            <p:cNvSpPr/>
            <p:nvPr/>
          </p:nvSpPr>
          <p:spPr>
            <a:xfrm>
              <a:off x="8869680" y="2267712"/>
              <a:ext cx="265176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/admin/verify</a:t>
              </a:r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9697212" y="36896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6" name="TextBox 105"/>
            <p:cNvSpPr txBox="1"/>
            <p:nvPr/>
          </p:nvSpPr>
          <p:spPr>
            <a:xfrm>
              <a:off x="8321040" y="4101084"/>
              <a:ext cx="315468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Verify Resolutions before/after review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135463" y="6309550"/>
              <a:ext cx="704409" cy="566738"/>
            </a:xfrm>
            <a:custGeom>
              <a:avLst/>
              <a:gdLst/>
              <a:ahLst/>
              <a:cxnLst/>
              <a:rect l="l" t="t" r="r" b="b"/>
              <a:pathLst>
                <a:path w="704409" h="566738">
                  <a:moveTo>
                    <a:pt x="0" y="56673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667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124345" y="6261926"/>
              <a:ext cx="406390" cy="614362"/>
            </a:xfrm>
            <a:custGeom>
              <a:avLst/>
              <a:gdLst/>
              <a:ahLst/>
              <a:cxnLst/>
              <a:rect l="l" t="t" r="r" b="b"/>
              <a:pathLst>
                <a:path w="406390" h="614362">
                  <a:moveTo>
                    <a:pt x="0" y="614362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6143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205623" y="6200013"/>
              <a:ext cx="243834" cy="676275"/>
            </a:xfrm>
            <a:custGeom>
              <a:avLst/>
              <a:gdLst/>
              <a:ahLst/>
              <a:cxnLst/>
              <a:rect l="l" t="t" r="r" b="b"/>
              <a:pathLst>
                <a:path w="243834" h="676275">
                  <a:moveTo>
                    <a:pt x="0" y="676275"/>
                  </a:moveTo>
                  <a:lnTo>
                    <a:pt x="0" y="0"/>
                  </a:lnTo>
                  <a:lnTo>
                    <a:pt x="243834" y="0"/>
                  </a:lnTo>
                  <a:lnTo>
                    <a:pt x="243834" y="676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1869393" y="6414326"/>
              <a:ext cx="419936" cy="461962"/>
            </a:xfrm>
            <a:custGeom>
              <a:avLst/>
              <a:gdLst/>
              <a:ahLst/>
              <a:cxnLst/>
              <a:rect l="l" t="t" r="r" b="b"/>
              <a:pathLst>
                <a:path w="419936" h="461962">
                  <a:moveTo>
                    <a:pt x="0" y="461962"/>
                  </a:moveTo>
                  <a:lnTo>
                    <a:pt x="0" y="0"/>
                  </a:lnTo>
                  <a:lnTo>
                    <a:pt x="419936" y="0"/>
                  </a:lnTo>
                  <a:lnTo>
                    <a:pt x="419936" y="4619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2478978" y="6395275"/>
              <a:ext cx="717955" cy="481013"/>
            </a:xfrm>
            <a:custGeom>
              <a:avLst/>
              <a:gdLst/>
              <a:ahLst/>
              <a:cxnLst/>
              <a:rect l="l" t="t" r="r" b="b"/>
              <a:pathLst>
                <a:path w="717955" h="481013">
                  <a:moveTo>
                    <a:pt x="0" y="481013"/>
                  </a:moveTo>
                  <a:lnTo>
                    <a:pt x="0" y="0"/>
                  </a:lnTo>
                  <a:lnTo>
                    <a:pt x="717955" y="0"/>
                  </a:lnTo>
                  <a:lnTo>
                    <a:pt x="717955" y="4810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622569" y="6276213"/>
              <a:ext cx="430773" cy="600075"/>
            </a:xfrm>
            <a:custGeom>
              <a:avLst/>
              <a:gdLst/>
              <a:ahLst/>
              <a:cxnLst/>
              <a:rect l="l" t="t" r="r" b="b"/>
              <a:pathLst>
                <a:path w="430773" h="600075">
                  <a:moveTo>
                    <a:pt x="0" y="600075"/>
                  </a:moveTo>
                  <a:lnTo>
                    <a:pt x="0" y="0"/>
                  </a:lnTo>
                  <a:lnTo>
                    <a:pt x="430773" y="0"/>
                  </a:lnTo>
                  <a:lnTo>
                    <a:pt x="430773" y="600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3359489" y="6271450"/>
              <a:ext cx="474122" cy="604838"/>
            </a:xfrm>
            <a:custGeom>
              <a:avLst/>
              <a:gdLst/>
              <a:ahLst/>
              <a:cxnLst/>
              <a:rect l="l" t="t" r="r" b="b"/>
              <a:pathLst>
                <a:path w="474122" h="604838">
                  <a:moveTo>
                    <a:pt x="0" y="604838"/>
                  </a:moveTo>
                  <a:lnTo>
                    <a:pt x="0" y="0"/>
                  </a:lnTo>
                  <a:lnTo>
                    <a:pt x="474122" y="0"/>
                  </a:lnTo>
                  <a:lnTo>
                    <a:pt x="474122" y="6048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3454314" y="6185726"/>
              <a:ext cx="284473" cy="690562"/>
            </a:xfrm>
            <a:custGeom>
              <a:avLst/>
              <a:gdLst/>
              <a:ahLst/>
              <a:cxnLst/>
              <a:rect l="l" t="t" r="r" b="b"/>
              <a:pathLst>
                <a:path w="284473" h="690562">
                  <a:moveTo>
                    <a:pt x="0" y="690562"/>
                  </a:moveTo>
                  <a:lnTo>
                    <a:pt x="0" y="0"/>
                  </a:lnTo>
                  <a:lnTo>
                    <a:pt x="284473" y="0"/>
                  </a:lnTo>
                  <a:lnTo>
                    <a:pt x="284473" y="6905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4023259" y="6280975"/>
              <a:ext cx="758595" cy="595313"/>
            </a:xfrm>
            <a:custGeom>
              <a:avLst/>
              <a:gdLst/>
              <a:ahLst/>
              <a:cxnLst/>
              <a:rect l="l" t="t" r="r" b="b"/>
              <a:pathLst>
                <a:path w="758595" h="595313">
                  <a:moveTo>
                    <a:pt x="0" y="595313"/>
                  </a:moveTo>
                  <a:lnTo>
                    <a:pt x="0" y="0"/>
                  </a:lnTo>
                  <a:lnTo>
                    <a:pt x="758595" y="0"/>
                  </a:lnTo>
                  <a:lnTo>
                    <a:pt x="758595" y="5953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025688" y="6290500"/>
              <a:ext cx="704409" cy="585788"/>
            </a:xfrm>
            <a:custGeom>
              <a:avLst/>
              <a:gdLst/>
              <a:ahLst/>
              <a:cxnLst/>
              <a:rect l="l" t="t" r="r" b="b"/>
              <a:pathLst>
                <a:path w="704409" h="585788">
                  <a:moveTo>
                    <a:pt x="0" y="58578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6028116" y="6404800"/>
              <a:ext cx="812780" cy="471488"/>
            </a:xfrm>
            <a:custGeom>
              <a:avLst/>
              <a:gdLst/>
              <a:ahLst/>
              <a:cxnLst/>
              <a:rect l="l" t="t" r="r" b="b"/>
              <a:pathLst>
                <a:path w="812780" h="471488">
                  <a:moveTo>
                    <a:pt x="0" y="471488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6190672" y="6333363"/>
              <a:ext cx="487668" cy="542925"/>
            </a:xfrm>
            <a:custGeom>
              <a:avLst/>
              <a:gdLst/>
              <a:ahLst/>
              <a:cxnLst/>
              <a:rect l="l" t="t" r="r" b="b"/>
              <a:pathLst>
                <a:path w="487668" h="542925">
                  <a:moveTo>
                    <a:pt x="0" y="542925"/>
                  </a:moveTo>
                  <a:lnTo>
                    <a:pt x="0" y="0"/>
                  </a:lnTo>
                  <a:lnTo>
                    <a:pt x="487668" y="0"/>
                  </a:lnTo>
                  <a:lnTo>
                    <a:pt x="48766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159746" y="6319076"/>
              <a:ext cx="636677" cy="557212"/>
            </a:xfrm>
            <a:custGeom>
              <a:avLst/>
              <a:gdLst/>
              <a:ahLst/>
              <a:cxnLst/>
              <a:rect l="l" t="t" r="r" b="b"/>
              <a:pathLst>
                <a:path w="636677" h="557212">
                  <a:moveTo>
                    <a:pt x="0" y="557212"/>
                  </a:moveTo>
                  <a:lnTo>
                    <a:pt x="0" y="0"/>
                  </a:lnTo>
                  <a:lnTo>
                    <a:pt x="636677" y="0"/>
                  </a:lnTo>
                  <a:lnTo>
                    <a:pt x="636677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0620321" y="6095238"/>
              <a:ext cx="1246262" cy="438150"/>
            </a:xfrm>
            <a:custGeom>
              <a:avLst/>
              <a:gdLst/>
              <a:ahLst/>
              <a:cxnLst/>
              <a:rect l="l" t="t" r="r" b="b"/>
              <a:pathLst>
                <a:path w="1246262" h="438150">
                  <a:moveTo>
                    <a:pt x="1246262" y="219075"/>
                  </a:moveTo>
                  <a:lnTo>
                    <a:pt x="1234289" y="176336"/>
                  </a:lnTo>
                  <a:lnTo>
                    <a:pt x="1198829" y="135239"/>
                  </a:lnTo>
                  <a:lnTo>
                    <a:pt x="1141246" y="97363"/>
                  </a:lnTo>
                  <a:lnTo>
                    <a:pt x="1063751" y="64166"/>
                  </a:lnTo>
                  <a:lnTo>
                    <a:pt x="969324" y="36921"/>
                  </a:lnTo>
                  <a:lnTo>
                    <a:pt x="861593" y="16676"/>
                  </a:lnTo>
                  <a:lnTo>
                    <a:pt x="744698" y="4209"/>
                  </a:lnTo>
                  <a:lnTo>
                    <a:pt x="623131" y="0"/>
                  </a:lnTo>
                  <a:lnTo>
                    <a:pt x="501564" y="4209"/>
                  </a:lnTo>
                  <a:lnTo>
                    <a:pt x="384669" y="16676"/>
                  </a:lnTo>
                  <a:lnTo>
                    <a:pt x="276938" y="36921"/>
                  </a:lnTo>
                  <a:lnTo>
                    <a:pt x="182511" y="64166"/>
                  </a:lnTo>
                  <a:lnTo>
                    <a:pt x="105017" y="97363"/>
                  </a:lnTo>
                  <a:lnTo>
                    <a:pt x="47433" y="135239"/>
                  </a:lnTo>
                  <a:lnTo>
                    <a:pt x="11973" y="176336"/>
                  </a:lnTo>
                  <a:lnTo>
                    <a:pt x="0" y="219075"/>
                  </a:lnTo>
                  <a:lnTo>
                    <a:pt x="11973" y="261814"/>
                  </a:lnTo>
                  <a:lnTo>
                    <a:pt x="47433" y="302911"/>
                  </a:lnTo>
                  <a:lnTo>
                    <a:pt x="105017" y="340787"/>
                  </a:lnTo>
                  <a:lnTo>
                    <a:pt x="182511" y="373984"/>
                  </a:lnTo>
                  <a:lnTo>
                    <a:pt x="276938" y="401229"/>
                  </a:lnTo>
                  <a:lnTo>
                    <a:pt x="384669" y="421474"/>
                  </a:lnTo>
                  <a:lnTo>
                    <a:pt x="501564" y="433941"/>
                  </a:lnTo>
                  <a:lnTo>
                    <a:pt x="623131" y="438150"/>
                  </a:lnTo>
                  <a:lnTo>
                    <a:pt x="744698" y="433941"/>
                  </a:lnTo>
                  <a:lnTo>
                    <a:pt x="861593" y="421474"/>
                  </a:lnTo>
                  <a:lnTo>
                    <a:pt x="969324" y="401229"/>
                  </a:lnTo>
                  <a:lnTo>
                    <a:pt x="1063751" y="373984"/>
                  </a:lnTo>
                  <a:lnTo>
                    <a:pt x="1141246" y="340787"/>
                  </a:lnTo>
                  <a:lnTo>
                    <a:pt x="1198829" y="302911"/>
                  </a:lnTo>
                  <a:lnTo>
                    <a:pt x="1234289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406390" y="6628638"/>
              <a:ext cx="3657508" cy="247650"/>
            </a:xfrm>
            <a:custGeom>
              <a:avLst/>
              <a:gdLst/>
              <a:ahLst/>
              <a:cxnLst/>
              <a:rect l="l" t="t" r="r" b="b"/>
              <a:pathLst>
                <a:path w="3657508" h="247650">
                  <a:moveTo>
                    <a:pt x="0" y="247650"/>
                  </a:moveTo>
                  <a:lnTo>
                    <a:pt x="0" y="0"/>
                  </a:lnTo>
                  <a:lnTo>
                    <a:pt x="3657508" y="0"/>
                  </a:lnTo>
                  <a:lnTo>
                    <a:pt x="3657508" y="2476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541853" y="6600063"/>
              <a:ext cx="3386582" cy="276225"/>
            </a:xfrm>
            <a:custGeom>
              <a:avLst/>
              <a:gdLst/>
              <a:ahLst/>
              <a:cxnLst/>
              <a:rect l="l" t="t" r="r" b="b"/>
              <a:pathLst>
                <a:path w="3386582" h="276225">
                  <a:moveTo>
                    <a:pt x="0" y="276225"/>
                  </a:moveTo>
                  <a:lnTo>
                    <a:pt x="0" y="0"/>
                  </a:lnTo>
                  <a:lnTo>
                    <a:pt x="3386582" y="0"/>
                  </a:lnTo>
                  <a:lnTo>
                    <a:pt x="3386582" y="2762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788115" y="6466713"/>
              <a:ext cx="1029521" cy="409575"/>
            </a:xfrm>
            <a:custGeom>
              <a:avLst/>
              <a:gdLst/>
              <a:ahLst/>
              <a:cxnLst/>
              <a:rect l="l" t="t" r="r" b="b"/>
              <a:pathLst>
                <a:path w="1029521" h="409575">
                  <a:moveTo>
                    <a:pt x="0" y="409575"/>
                  </a:moveTo>
                  <a:lnTo>
                    <a:pt x="0" y="0"/>
                  </a:lnTo>
                  <a:lnTo>
                    <a:pt x="1029521" y="0"/>
                  </a:lnTo>
                  <a:lnTo>
                    <a:pt x="1029521" y="4095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2031949" y="6380988"/>
              <a:ext cx="541853" cy="495300"/>
            </a:xfrm>
            <a:custGeom>
              <a:avLst/>
              <a:gdLst/>
              <a:ahLst/>
              <a:cxnLst/>
              <a:rect l="l" t="t" r="r" b="b"/>
              <a:pathLst>
                <a:path w="541853" h="495300">
                  <a:moveTo>
                    <a:pt x="0" y="495300"/>
                  </a:moveTo>
                  <a:lnTo>
                    <a:pt x="0" y="0"/>
                  </a:lnTo>
                  <a:lnTo>
                    <a:pt x="541853" y="0"/>
                  </a:lnTo>
                  <a:lnTo>
                    <a:pt x="541853" y="495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2041161" y="6190488"/>
              <a:ext cx="523430" cy="190500"/>
            </a:xfrm>
            <a:custGeom>
              <a:avLst/>
              <a:gdLst/>
              <a:ahLst/>
              <a:cxnLst/>
              <a:rect l="l" t="t" r="r" b="b"/>
              <a:pathLst>
                <a:path w="523430" h="190500">
                  <a:moveTo>
                    <a:pt x="0" y="190500"/>
                  </a:moveTo>
                  <a:lnTo>
                    <a:pt x="164461" y="190500"/>
                  </a:lnTo>
                  <a:lnTo>
                    <a:pt x="110267" y="172783"/>
                  </a:lnTo>
                  <a:lnTo>
                    <a:pt x="70556" y="157440"/>
                  </a:lnTo>
                  <a:lnTo>
                    <a:pt x="45905" y="142880"/>
                  </a:lnTo>
                  <a:lnTo>
                    <a:pt x="35957" y="128807"/>
                  </a:lnTo>
                  <a:lnTo>
                    <a:pt x="39500" y="115086"/>
                  </a:lnTo>
                  <a:lnTo>
                    <a:pt x="54574" y="101638"/>
                  </a:lnTo>
                  <a:lnTo>
                    <a:pt x="78630" y="88414"/>
                  </a:lnTo>
                  <a:lnTo>
                    <a:pt x="108711" y="75377"/>
                  </a:lnTo>
                  <a:lnTo>
                    <a:pt x="141650" y="62504"/>
                  </a:lnTo>
                  <a:lnTo>
                    <a:pt x="174283" y="49772"/>
                  </a:lnTo>
                  <a:lnTo>
                    <a:pt x="203644" y="37168"/>
                  </a:lnTo>
                  <a:lnTo>
                    <a:pt x="227163" y="24678"/>
                  </a:lnTo>
                  <a:lnTo>
                    <a:pt x="242814" y="12291"/>
                  </a:lnTo>
                  <a:lnTo>
                    <a:pt x="249252" y="0"/>
                  </a:lnTo>
                  <a:lnTo>
                    <a:pt x="274177" y="0"/>
                  </a:lnTo>
                  <a:lnTo>
                    <a:pt x="280615" y="12291"/>
                  </a:lnTo>
                  <a:lnTo>
                    <a:pt x="296267" y="24678"/>
                  </a:lnTo>
                  <a:lnTo>
                    <a:pt x="319785" y="37168"/>
                  </a:lnTo>
                  <a:lnTo>
                    <a:pt x="349147" y="49772"/>
                  </a:lnTo>
                  <a:lnTo>
                    <a:pt x="381779" y="62504"/>
                  </a:lnTo>
                  <a:lnTo>
                    <a:pt x="414718" y="75377"/>
                  </a:lnTo>
                  <a:lnTo>
                    <a:pt x="444799" y="88414"/>
                  </a:lnTo>
                  <a:lnTo>
                    <a:pt x="468856" y="101638"/>
                  </a:lnTo>
                  <a:lnTo>
                    <a:pt x="483930" y="115086"/>
                  </a:lnTo>
                  <a:lnTo>
                    <a:pt x="487472" y="128807"/>
                  </a:lnTo>
                  <a:lnTo>
                    <a:pt x="477525" y="142880"/>
                  </a:lnTo>
                  <a:lnTo>
                    <a:pt x="452873" y="157440"/>
                  </a:lnTo>
                  <a:lnTo>
                    <a:pt x="413163" y="172783"/>
                  </a:lnTo>
                  <a:lnTo>
                    <a:pt x="358968" y="190500"/>
                  </a:lnTo>
                  <a:lnTo>
                    <a:pt x="523430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2282556" y="6133338"/>
              <a:ext cx="40639" cy="76200"/>
            </a:xfrm>
            <a:custGeom>
              <a:avLst/>
              <a:gdLst/>
              <a:ahLst/>
              <a:cxnLst/>
              <a:rect l="l" t="t" r="r" b="b"/>
              <a:pathLst>
                <a:path w="40639" h="76200">
                  <a:moveTo>
                    <a:pt x="0" y="762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762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598467" y="6781038"/>
              <a:ext cx="1408818" cy="95250"/>
            </a:xfrm>
            <a:custGeom>
              <a:avLst/>
              <a:gdLst/>
              <a:ahLst/>
              <a:cxnLst/>
              <a:rect l="l" t="t" r="r" b="b"/>
              <a:pathLst>
                <a:path w="1408818" h="95250">
                  <a:moveTo>
                    <a:pt x="0" y="95250"/>
                  </a:moveTo>
                  <a:lnTo>
                    <a:pt x="433482" y="0"/>
                  </a:lnTo>
                  <a:lnTo>
                    <a:pt x="975335" y="0"/>
                  </a:lnTo>
                  <a:lnTo>
                    <a:pt x="1408818" y="952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4063898" y="6714363"/>
              <a:ext cx="406390" cy="161925"/>
            </a:xfrm>
            <a:custGeom>
              <a:avLst/>
              <a:gdLst/>
              <a:ahLst/>
              <a:cxnLst/>
              <a:rect l="l" t="t" r="r" b="b"/>
              <a:pathLst>
                <a:path w="406390" h="161925">
                  <a:moveTo>
                    <a:pt x="0" y="161925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4470288" y="6581013"/>
              <a:ext cx="298019" cy="295275"/>
            </a:xfrm>
            <a:custGeom>
              <a:avLst/>
              <a:gdLst/>
              <a:ahLst/>
              <a:cxnLst/>
              <a:rect l="l" t="t" r="r" b="b"/>
              <a:pathLst>
                <a:path w="298019" h="295275">
                  <a:moveTo>
                    <a:pt x="0" y="295275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295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4768307" y="6657213"/>
              <a:ext cx="514761" cy="219075"/>
            </a:xfrm>
            <a:custGeom>
              <a:avLst/>
              <a:gdLst/>
              <a:ahLst/>
              <a:cxnLst/>
              <a:rect l="l" t="t" r="r" b="b"/>
              <a:pathLst>
                <a:path w="514761" h="219075">
                  <a:moveTo>
                    <a:pt x="0" y="219075"/>
                  </a:moveTo>
                  <a:lnTo>
                    <a:pt x="0" y="0"/>
                  </a:lnTo>
                  <a:lnTo>
                    <a:pt x="514761" y="0"/>
                  </a:lnTo>
                  <a:lnTo>
                    <a:pt x="514761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5283068" y="6304788"/>
              <a:ext cx="379297" cy="571500"/>
            </a:xfrm>
            <a:custGeom>
              <a:avLst/>
              <a:gdLst/>
              <a:ahLst/>
              <a:cxnLst/>
              <a:rect l="l" t="t" r="r" b="b"/>
              <a:pathLst>
                <a:path w="379297" h="571500">
                  <a:moveTo>
                    <a:pt x="0" y="571500"/>
                  </a:moveTo>
                  <a:lnTo>
                    <a:pt x="0" y="0"/>
                  </a:lnTo>
                  <a:lnTo>
                    <a:pt x="379297" y="0"/>
                  </a:lnTo>
                  <a:lnTo>
                    <a:pt x="379297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5337253" y="6228588"/>
              <a:ext cx="270927" cy="647700"/>
            </a:xfrm>
            <a:custGeom>
              <a:avLst/>
              <a:gdLst/>
              <a:ahLst/>
              <a:cxnLst/>
              <a:rect l="l" t="t" r="r" b="b"/>
              <a:pathLst>
                <a:path w="270927" h="647700">
                  <a:moveTo>
                    <a:pt x="0" y="647700"/>
                  </a:moveTo>
                  <a:lnTo>
                    <a:pt x="0" y="0"/>
                  </a:lnTo>
                  <a:lnTo>
                    <a:pt x="270927" y="0"/>
                  </a:lnTo>
                  <a:lnTo>
                    <a:pt x="270927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5662365" y="6685788"/>
              <a:ext cx="298019" cy="190500"/>
            </a:xfrm>
            <a:custGeom>
              <a:avLst/>
              <a:gdLst/>
              <a:ahLst/>
              <a:cxnLst/>
              <a:rect l="l" t="t" r="r" b="b"/>
              <a:pathLst>
                <a:path w="298019" h="190500">
                  <a:moveTo>
                    <a:pt x="0" y="190500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5452397" y="6114288"/>
              <a:ext cx="40639" cy="114300"/>
            </a:xfrm>
            <a:custGeom>
              <a:avLst/>
              <a:gdLst/>
              <a:ahLst/>
              <a:cxnLst/>
              <a:rect l="l" t="t" r="r" b="b"/>
              <a:pathLst>
                <a:path w="40639" h="114300">
                  <a:moveTo>
                    <a:pt x="0" y="1143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5960384" y="6714363"/>
              <a:ext cx="3792972" cy="161925"/>
            </a:xfrm>
            <a:custGeom>
              <a:avLst/>
              <a:gdLst/>
              <a:ahLst/>
              <a:cxnLst/>
              <a:rect l="l" t="t" r="r" b="b"/>
              <a:pathLst>
                <a:path w="3792972" h="161925">
                  <a:moveTo>
                    <a:pt x="0" y="161925"/>
                  </a:moveTo>
                  <a:lnTo>
                    <a:pt x="0" y="0"/>
                  </a:lnTo>
                  <a:lnTo>
                    <a:pt x="3792972" y="0"/>
                  </a:lnTo>
                  <a:lnTo>
                    <a:pt x="3792972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122940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6122940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8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9265688" y="6438138"/>
              <a:ext cx="460576" cy="438150"/>
            </a:xfrm>
            <a:custGeom>
              <a:avLst/>
              <a:gdLst/>
              <a:ahLst/>
              <a:cxnLst/>
              <a:rect l="l" t="t" r="r" b="b"/>
              <a:pathLst>
                <a:path w="460576" h="438150">
                  <a:moveTo>
                    <a:pt x="0" y="438150"/>
                  </a:moveTo>
                  <a:lnTo>
                    <a:pt x="0" y="0"/>
                  </a:lnTo>
                  <a:lnTo>
                    <a:pt x="460576" y="0"/>
                  </a:lnTo>
                  <a:lnTo>
                    <a:pt x="460576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9265688" y="6404800"/>
              <a:ext cx="460576" cy="33338"/>
            </a:xfrm>
            <a:custGeom>
              <a:avLst/>
              <a:gdLst/>
              <a:ahLst/>
              <a:cxnLst/>
              <a:rect l="l" t="t" r="r" b="b"/>
              <a:pathLst>
                <a:path w="460576" h="33338">
                  <a:moveTo>
                    <a:pt x="0" y="33338"/>
                  </a:moveTo>
                  <a:lnTo>
                    <a:pt x="230288" y="0"/>
                  </a:lnTo>
                  <a:lnTo>
                    <a:pt x="460576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664793" y="6314313"/>
              <a:ext cx="812780" cy="561975"/>
            </a:xfrm>
            <a:custGeom>
              <a:avLst/>
              <a:gdLst/>
              <a:ahLst/>
              <a:cxnLst/>
              <a:rect l="l" t="t" r="r" b="b"/>
              <a:pathLst>
                <a:path w="812780" h="561975">
                  <a:moveTo>
                    <a:pt x="0" y="561975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8344538" y="6314313"/>
              <a:ext cx="839872" cy="561975"/>
            </a:xfrm>
            <a:custGeom>
              <a:avLst/>
              <a:gdLst/>
              <a:ahLst/>
              <a:cxnLst/>
              <a:rect l="l" t="t" r="r" b="b"/>
              <a:pathLst>
                <a:path w="839872" h="561975">
                  <a:moveTo>
                    <a:pt x="0" y="561975"/>
                  </a:moveTo>
                  <a:lnTo>
                    <a:pt x="0" y="0"/>
                  </a:lnTo>
                  <a:lnTo>
                    <a:pt x="839872" y="0"/>
                  </a:lnTo>
                  <a:lnTo>
                    <a:pt x="839872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7423388" y="6114288"/>
              <a:ext cx="975335" cy="762000"/>
            </a:xfrm>
            <a:custGeom>
              <a:avLst/>
              <a:gdLst/>
              <a:ahLst/>
              <a:cxnLst/>
              <a:rect l="l" t="t" r="r" b="b"/>
              <a:pathLst>
                <a:path w="975335" h="762000">
                  <a:moveTo>
                    <a:pt x="0" y="762000"/>
                  </a:moveTo>
                  <a:lnTo>
                    <a:pt x="0" y="47625"/>
                  </a:lnTo>
                  <a:lnTo>
                    <a:pt x="135463" y="0"/>
                  </a:lnTo>
                  <a:lnTo>
                    <a:pt x="839872" y="0"/>
                  </a:lnTo>
                  <a:lnTo>
                    <a:pt x="975335" y="47625"/>
                  </a:lnTo>
                  <a:lnTo>
                    <a:pt x="975335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0078468" y="6833426"/>
              <a:ext cx="2329968" cy="42862"/>
            </a:xfrm>
            <a:custGeom>
              <a:avLst/>
              <a:gdLst/>
              <a:ahLst/>
              <a:cxnLst/>
              <a:rect l="l" t="t" r="r" b="b"/>
              <a:pathLst>
                <a:path w="2329968" h="42862">
                  <a:moveTo>
                    <a:pt x="0" y="42862"/>
                  </a:moveTo>
                  <a:lnTo>
                    <a:pt x="0" y="0"/>
                  </a:lnTo>
                  <a:lnTo>
                    <a:pt x="2329968" y="0"/>
                  </a:lnTo>
                  <a:lnTo>
                    <a:pt x="2329968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10268117" y="6790563"/>
              <a:ext cx="1950671" cy="85725"/>
            </a:xfrm>
            <a:custGeom>
              <a:avLst/>
              <a:gdLst/>
              <a:ahLst/>
              <a:cxnLst/>
              <a:rect l="l" t="t" r="r" b="b"/>
              <a:pathLst>
                <a:path w="1950671" h="85725">
                  <a:moveTo>
                    <a:pt x="0" y="85725"/>
                  </a:moveTo>
                  <a:lnTo>
                    <a:pt x="0" y="0"/>
                  </a:lnTo>
                  <a:lnTo>
                    <a:pt x="1950671" y="0"/>
                  </a:lnTo>
                  <a:lnTo>
                    <a:pt x="1950671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10430673" y="6476238"/>
              <a:ext cx="149009" cy="314325"/>
            </a:xfrm>
            <a:custGeom>
              <a:avLst/>
              <a:gdLst/>
              <a:ahLst/>
              <a:cxnLst/>
              <a:rect l="l" t="t" r="r" b="b"/>
              <a:pathLst>
                <a:path w="149009" h="314325">
                  <a:moveTo>
                    <a:pt x="0" y="314325"/>
                  </a:moveTo>
                  <a:lnTo>
                    <a:pt x="0" y="0"/>
                  </a:lnTo>
                  <a:lnTo>
                    <a:pt x="149009" y="0"/>
                  </a:lnTo>
                  <a:lnTo>
                    <a:pt x="149009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0701599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1622749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1907222" y="6476238"/>
              <a:ext cx="149010" cy="314325"/>
            </a:xfrm>
            <a:custGeom>
              <a:avLst/>
              <a:gdLst/>
              <a:ahLst/>
              <a:cxnLst/>
              <a:rect l="l" t="t" r="r" b="b"/>
              <a:pathLst>
                <a:path w="149010" h="314325">
                  <a:moveTo>
                    <a:pt x="0" y="314325"/>
                  </a:moveTo>
                  <a:lnTo>
                    <a:pt x="0" y="0"/>
                  </a:lnTo>
                  <a:lnTo>
                    <a:pt x="149010" y="0"/>
                  </a:lnTo>
                  <a:lnTo>
                    <a:pt x="149010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1026711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1378916" y="6247638"/>
              <a:ext cx="81277" cy="542925"/>
            </a:xfrm>
            <a:custGeom>
              <a:avLst/>
              <a:gdLst/>
              <a:ahLst/>
              <a:cxnLst/>
              <a:rect l="l" t="t" r="r" b="b"/>
              <a:pathLst>
                <a:path w="81277" h="542925">
                  <a:moveTo>
                    <a:pt x="0" y="542925"/>
                  </a:moveTo>
                  <a:lnTo>
                    <a:pt x="0" y="0"/>
                  </a:lnTo>
                  <a:lnTo>
                    <a:pt x="81277" y="0"/>
                  </a:lnTo>
                  <a:lnTo>
                    <a:pt x="8127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11026711" y="6614350"/>
              <a:ext cx="433482" cy="14288"/>
            </a:xfrm>
            <a:custGeom>
              <a:avLst/>
              <a:gdLst/>
              <a:ahLst/>
              <a:cxnLst/>
              <a:rect l="l" t="t" r="r" b="b"/>
              <a:pathLst>
                <a:path w="433482" h="14288">
                  <a:moveTo>
                    <a:pt x="0" y="14288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11026711" y="6471476"/>
              <a:ext cx="433482" cy="14287"/>
            </a:xfrm>
            <a:custGeom>
              <a:avLst/>
              <a:gdLst/>
              <a:ahLst/>
              <a:cxnLst/>
              <a:rect l="l" t="t" r="r" b="b"/>
              <a:pathLst>
                <a:path w="433482" h="14287">
                  <a:moveTo>
                    <a:pt x="0" y="14287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11026711" y="6328600"/>
              <a:ext cx="433482" cy="14288"/>
            </a:xfrm>
            <a:custGeom>
              <a:avLst/>
              <a:gdLst/>
              <a:ahLst/>
              <a:cxnLst/>
              <a:rect l="l" t="t" r="r" b="b"/>
              <a:pathLst>
                <a:path w="433482" h="14288">
                  <a:moveTo>
                    <a:pt x="0" y="14288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10864155" y="6085713"/>
              <a:ext cx="596038" cy="180975"/>
            </a:xfrm>
            <a:custGeom>
              <a:avLst/>
              <a:gdLst/>
              <a:ahLst/>
              <a:cxnLst/>
              <a:rect l="l" t="t" r="r" b="b"/>
              <a:pathLst>
                <a:path w="596038" h="180975">
                  <a:moveTo>
                    <a:pt x="162556" y="180975"/>
                  </a:moveTo>
                  <a:lnTo>
                    <a:pt x="596038" y="180975"/>
                  </a:lnTo>
                  <a:lnTo>
                    <a:pt x="460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406390" y="28575"/>
                  </a:lnTo>
                  <a:lnTo>
                    <a:pt x="514761" y="152400"/>
                  </a:lnTo>
                  <a:lnTo>
                    <a:pt x="16255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" name="Label pill"/>
          <p:cNvSpPr/>
          <p:nvPr/>
        </p:nvSpPr>
        <p:spPr>
          <a:xfrm>
            <a:off x="457200" y="292608"/>
            <a:ext cx="1975104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04 / 14  ·  Meheri</a:t>
            </a:r>
          </a:p>
        </p:txBody>
      </p:sp>
      <p:sp>
        <p:nvSpPr>
          <p:cNvPr id="52" name="Label pill"/>
          <p:cNvSpPr/>
          <p:nvPr/>
        </p:nvSpPr>
        <p:spPr>
          <a:xfrm>
            <a:off x="10362895" y="292608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Flowchart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0" spc="-150">
                <a:solidFill>
                  <a:srgbClr val="101C2E"/>
                </a:solidFill>
                <a:latin typeface="Bricolage Grotesque ExtraBold"/>
              </a:rPr>
              <a:t>MEHERI · VERIFY A FIX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C3E57"/>
                </a:solidFill>
                <a:latin typeface="Figtree"/>
              </a:rPr>
              <a:t>An admin checks a department's fix against the report photo, then the issue closes or goes back.</a:t>
            </a:r>
          </a:p>
        </p:txBody>
      </p:sp>
      <p:sp>
        <p:nvSpPr>
          <p:cNvPr id="56" name="Lane: React page"/>
          <p:cNvSpPr/>
          <p:nvPr/>
        </p:nvSpPr>
        <p:spPr>
          <a:xfrm>
            <a:off x="502920" y="178308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 rot="16200000">
            <a:off x="64008" y="22905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REACT PAGE</a:t>
            </a:r>
          </a:p>
        </p:txBody>
      </p:sp>
      <p:sp>
        <p:nvSpPr>
          <p:cNvPr id="58" name="Lane: Express API"/>
          <p:cNvSpPr/>
          <p:nvPr/>
        </p:nvSpPr>
        <p:spPr>
          <a:xfrm>
            <a:off x="502920" y="310896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 rot="16200000">
            <a:off x="64008" y="36164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EXPRESS API</a:t>
            </a:r>
          </a:p>
        </p:txBody>
      </p:sp>
      <p:sp>
        <p:nvSpPr>
          <p:cNvPr id="60" name="Lane: MongoDB"/>
          <p:cNvSpPr/>
          <p:nvPr/>
        </p:nvSpPr>
        <p:spPr>
          <a:xfrm>
            <a:off x="502920" y="443484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CBDAE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 rot="16200000">
            <a:off x="64008" y="49423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MONGODB</a:t>
            </a:r>
          </a:p>
        </p:txBody>
      </p:sp>
      <p:sp>
        <p:nvSpPr>
          <p:cNvPr id="62" name="Step: Admin opens /admin/verify"/>
          <p:cNvSpPr/>
          <p:nvPr/>
        </p:nvSpPr>
        <p:spPr>
          <a:xfrm>
            <a:off x="114300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10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E6EEF6"/>
                </a:solidFill>
                <a:latin typeface="Figtree"/>
              </a:rPr>
              <a:t>Admin opens</a:t>
            </a:r>
          </a:p>
          <a:p>
            <a:pPr algn="ctr"/>
            <a:r>
              <a:rPr sz="1400" b="0">
                <a:solidFill>
                  <a:srgbClr val="E6EEF6"/>
                </a:solidFill>
                <a:latin typeface="Figtree"/>
              </a:rPr>
              <a:t>/admin/verify</a:t>
            </a:r>
          </a:p>
        </p:txBody>
      </p:sp>
      <p:sp>
        <p:nvSpPr>
          <p:cNvPr id="63" name="Step: GET /admin/ verification-queue"/>
          <p:cNvSpPr/>
          <p:nvPr/>
        </p:nvSpPr>
        <p:spPr>
          <a:xfrm>
            <a:off x="292608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GET /admin/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verification-queue</a:t>
            </a:r>
          </a:p>
        </p:txBody>
      </p:sp>
      <p:sp>
        <p:nvSpPr>
          <p:cNvPr id="64" name="Step: issues awaiting check"/>
          <p:cNvSpPr/>
          <p:nvPr/>
        </p:nvSpPr>
        <p:spPr>
          <a:xfrm>
            <a:off x="292608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issues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awaiting check</a:t>
            </a:r>
          </a:p>
        </p:txBody>
      </p:sp>
      <p:sp>
        <p:nvSpPr>
          <p:cNvPr id="65" name="Step: ReviewPanel before / after slider"/>
          <p:cNvSpPr/>
          <p:nvPr/>
        </p:nvSpPr>
        <p:spPr>
          <a:xfrm>
            <a:off x="470916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ReviewPanel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before / after slider</a:t>
            </a:r>
          </a:p>
        </p:txBody>
      </p:sp>
      <p:sp>
        <p:nvSpPr>
          <p:cNvPr id="66" name="Step: Fix OK?"/>
          <p:cNvSpPr/>
          <p:nvPr/>
        </p:nvSpPr>
        <p:spPr>
          <a:xfrm>
            <a:off x="6492240" y="1869948"/>
            <a:ext cx="1627632" cy="1097280"/>
          </a:xfrm>
          <a:prstGeom prst="diamond">
            <a:avLst/>
          </a:prstGeom>
          <a:solidFill>
            <a:srgbClr val="E8B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Fix OK?</a:t>
            </a:r>
          </a:p>
        </p:txBody>
      </p:sp>
      <p:sp>
        <p:nvSpPr>
          <p:cNvPr id="67" name="Step: POST approve or reject + reason"/>
          <p:cNvSpPr/>
          <p:nvPr/>
        </p:nvSpPr>
        <p:spPr>
          <a:xfrm>
            <a:off x="827532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POST approve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or reject + reason</a:t>
            </a:r>
          </a:p>
        </p:txBody>
      </p:sp>
      <p:sp>
        <p:nvSpPr>
          <p:cNvPr id="68" name="Step: issues resolved / sent back"/>
          <p:cNvSpPr/>
          <p:nvPr/>
        </p:nvSpPr>
        <p:spPr>
          <a:xfrm>
            <a:off x="827532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issues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resolved / sent back</a:t>
            </a:r>
          </a:p>
        </p:txBody>
      </p:sp>
      <p:sp>
        <p:nvSpPr>
          <p:cNvPr id="69" name="Step: alerts reporter + department"/>
          <p:cNvSpPr/>
          <p:nvPr/>
        </p:nvSpPr>
        <p:spPr>
          <a:xfrm>
            <a:off x="1005840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alerts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reporter + department</a:t>
            </a:r>
          </a:p>
        </p:txBody>
      </p:sp>
      <p:sp>
        <p:nvSpPr>
          <p:cNvPr id="70" name="Step: Queue refreshes VerifyResolutions"/>
          <p:cNvSpPr/>
          <p:nvPr/>
        </p:nvSpPr>
        <p:spPr>
          <a:xfrm>
            <a:off x="1005840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Queue refreshes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VerifyResolutions</a:t>
            </a:r>
          </a:p>
        </p:txBody>
      </p:sp>
      <p:cxnSp>
        <p:nvCxnSpPr>
          <p:cNvPr id="71" name="Connector 70"/>
          <p:cNvCxnSpPr>
            <a:stCxn id="62" idx="3"/>
            <a:endCxn id="63" idx="1"/>
          </p:cNvCxnSpPr>
          <p:nvPr/>
        </p:nvCxnSpPr>
        <p:spPr>
          <a:xfrm>
            <a:off x="2770632" y="2418588"/>
            <a:ext cx="155448" cy="132588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63" idx="2"/>
            <a:endCxn id="64" idx="0"/>
          </p:cNvCxnSpPr>
          <p:nvPr/>
        </p:nvCxnSpPr>
        <p:spPr>
          <a:xfrm flipH="1">
            <a:off x="3739896" y="4192524"/>
            <a:ext cx="0" cy="429768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64" idx="3"/>
            <a:endCxn id="65" idx="1"/>
          </p:cNvCxnSpPr>
          <p:nvPr/>
        </p:nvCxnSpPr>
        <p:spPr>
          <a:xfrm flipV="1">
            <a:off x="4553712" y="2418588"/>
            <a:ext cx="155448" cy="265176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65" idx="3"/>
            <a:endCxn id="66" idx="1"/>
          </p:cNvCxnSpPr>
          <p:nvPr/>
        </p:nvCxnSpPr>
        <p:spPr>
          <a:xfrm flipV="1">
            <a:off x="6336792" y="2418588"/>
            <a:ext cx="155448" cy="0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66" idx="3"/>
            <a:endCxn id="67" idx="0"/>
          </p:cNvCxnSpPr>
          <p:nvPr/>
        </p:nvCxnSpPr>
        <p:spPr>
          <a:xfrm>
            <a:off x="8119872" y="2418588"/>
            <a:ext cx="969264" cy="877824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67" idx="2"/>
            <a:endCxn id="68" idx="0"/>
          </p:cNvCxnSpPr>
          <p:nvPr/>
        </p:nvCxnSpPr>
        <p:spPr>
          <a:xfrm flipH="1">
            <a:off x="9089136" y="4192524"/>
            <a:ext cx="0" cy="429768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68" idx="3"/>
            <a:endCxn id="69" idx="1"/>
          </p:cNvCxnSpPr>
          <p:nvPr/>
        </p:nvCxnSpPr>
        <p:spPr>
          <a:xfrm flipV="1">
            <a:off x="9902952" y="5070348"/>
            <a:ext cx="155448" cy="0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stCxn id="69" idx="0"/>
            <a:endCxn id="70" idx="2"/>
          </p:cNvCxnSpPr>
          <p:nvPr/>
        </p:nvCxnSpPr>
        <p:spPr>
          <a:xfrm flipH="1" flipV="1">
            <a:off x="10872216" y="2866644"/>
            <a:ext cx="0" cy="1755648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Note"/>
          <p:cNvSpPr/>
          <p:nvPr/>
        </p:nvSpPr>
        <p:spPr>
          <a:xfrm>
            <a:off x="5623560" y="3200400"/>
            <a:ext cx="150876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A980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400" b="0">
                <a:solidFill>
                  <a:srgbClr val="2C3E57"/>
                </a:solidFill>
                <a:latin typeface="Figtree"/>
              </a:rPr>
              <a:t>No: sent back to the department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-230288" y="6395275"/>
              <a:ext cx="717956" cy="481013"/>
            </a:xfrm>
            <a:custGeom>
              <a:avLst/>
              <a:gdLst/>
              <a:ahLst/>
              <a:cxnLst/>
              <a:rect l="l" t="t" r="r" b="b"/>
              <a:pathLst>
                <a:path w="717956" h="481013">
                  <a:moveTo>
                    <a:pt x="0" y="481013"/>
                  </a:moveTo>
                  <a:lnTo>
                    <a:pt x="0" y="0"/>
                  </a:lnTo>
                  <a:lnTo>
                    <a:pt x="717956" y="0"/>
                  </a:lnTo>
                  <a:lnTo>
                    <a:pt x="717956" y="4810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-86696" y="6276213"/>
              <a:ext cx="430773" cy="600075"/>
            </a:xfrm>
            <a:custGeom>
              <a:avLst/>
              <a:gdLst/>
              <a:ahLst/>
              <a:cxnLst/>
              <a:rect l="l" t="t" r="r" b="b"/>
              <a:pathLst>
                <a:path w="430773" h="600075">
                  <a:moveTo>
                    <a:pt x="0" y="600075"/>
                  </a:moveTo>
                  <a:lnTo>
                    <a:pt x="0" y="0"/>
                  </a:lnTo>
                  <a:lnTo>
                    <a:pt x="430773" y="0"/>
                  </a:lnTo>
                  <a:lnTo>
                    <a:pt x="430773" y="600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650224" y="6271450"/>
              <a:ext cx="474121" cy="604838"/>
            </a:xfrm>
            <a:custGeom>
              <a:avLst/>
              <a:gdLst/>
              <a:ahLst/>
              <a:cxnLst/>
              <a:rect l="l" t="t" r="r" b="b"/>
              <a:pathLst>
                <a:path w="474121" h="604838">
                  <a:moveTo>
                    <a:pt x="0" y="604838"/>
                  </a:moveTo>
                  <a:lnTo>
                    <a:pt x="0" y="0"/>
                  </a:lnTo>
                  <a:lnTo>
                    <a:pt x="474121" y="0"/>
                  </a:lnTo>
                  <a:lnTo>
                    <a:pt x="474121" y="6048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45048" y="6185726"/>
              <a:ext cx="284473" cy="690562"/>
            </a:xfrm>
            <a:custGeom>
              <a:avLst/>
              <a:gdLst/>
              <a:ahLst/>
              <a:cxnLst/>
              <a:rect l="l" t="t" r="r" b="b"/>
              <a:pathLst>
                <a:path w="284473" h="690562">
                  <a:moveTo>
                    <a:pt x="0" y="690562"/>
                  </a:moveTo>
                  <a:lnTo>
                    <a:pt x="0" y="0"/>
                  </a:lnTo>
                  <a:lnTo>
                    <a:pt x="284473" y="0"/>
                  </a:lnTo>
                  <a:lnTo>
                    <a:pt x="284473" y="6905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1313994" y="6280975"/>
              <a:ext cx="758594" cy="595313"/>
            </a:xfrm>
            <a:custGeom>
              <a:avLst/>
              <a:gdLst/>
              <a:ahLst/>
              <a:cxnLst/>
              <a:rect l="l" t="t" r="r" b="b"/>
              <a:pathLst>
                <a:path w="758594" h="595313">
                  <a:moveTo>
                    <a:pt x="0" y="595313"/>
                  </a:moveTo>
                  <a:lnTo>
                    <a:pt x="0" y="0"/>
                  </a:lnTo>
                  <a:lnTo>
                    <a:pt x="758594" y="0"/>
                  </a:lnTo>
                  <a:lnTo>
                    <a:pt x="758594" y="5953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316422" y="6290500"/>
              <a:ext cx="704409" cy="585788"/>
            </a:xfrm>
            <a:custGeom>
              <a:avLst/>
              <a:gdLst/>
              <a:ahLst/>
              <a:cxnLst/>
              <a:rect l="l" t="t" r="r" b="b"/>
              <a:pathLst>
                <a:path w="704409" h="585788">
                  <a:moveTo>
                    <a:pt x="0" y="58578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3318850" y="6404800"/>
              <a:ext cx="812780" cy="471488"/>
            </a:xfrm>
            <a:custGeom>
              <a:avLst/>
              <a:gdLst/>
              <a:ahLst/>
              <a:cxnLst/>
              <a:rect l="l" t="t" r="r" b="b"/>
              <a:pathLst>
                <a:path w="812780" h="471488">
                  <a:moveTo>
                    <a:pt x="0" y="471488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3481406" y="6333363"/>
              <a:ext cx="487668" cy="542925"/>
            </a:xfrm>
            <a:custGeom>
              <a:avLst/>
              <a:gdLst/>
              <a:ahLst/>
              <a:cxnLst/>
              <a:rect l="l" t="t" r="r" b="b"/>
              <a:pathLst>
                <a:path w="487668" h="542925">
                  <a:moveTo>
                    <a:pt x="0" y="542925"/>
                  </a:moveTo>
                  <a:lnTo>
                    <a:pt x="0" y="0"/>
                  </a:lnTo>
                  <a:lnTo>
                    <a:pt x="487668" y="0"/>
                  </a:lnTo>
                  <a:lnTo>
                    <a:pt x="48766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450480" y="6319076"/>
              <a:ext cx="636678" cy="557212"/>
            </a:xfrm>
            <a:custGeom>
              <a:avLst/>
              <a:gdLst/>
              <a:ahLst/>
              <a:cxnLst/>
              <a:rect l="l" t="t" r="r" b="b"/>
              <a:pathLst>
                <a:path w="636678" h="557212">
                  <a:moveTo>
                    <a:pt x="0" y="557212"/>
                  </a:moveTo>
                  <a:lnTo>
                    <a:pt x="0" y="0"/>
                  </a:lnTo>
                  <a:lnTo>
                    <a:pt x="636678" y="0"/>
                  </a:lnTo>
                  <a:lnTo>
                    <a:pt x="636678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9875273" y="6166675"/>
              <a:ext cx="812780" cy="709613"/>
            </a:xfrm>
            <a:custGeom>
              <a:avLst/>
              <a:gdLst/>
              <a:ahLst/>
              <a:cxnLst/>
              <a:rect l="l" t="t" r="r" b="b"/>
              <a:pathLst>
                <a:path w="812780" h="709613">
                  <a:moveTo>
                    <a:pt x="0" y="709613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7096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837062" y="6204776"/>
              <a:ext cx="596039" cy="671512"/>
            </a:xfrm>
            <a:custGeom>
              <a:avLst/>
              <a:gdLst/>
              <a:ahLst/>
              <a:cxnLst/>
              <a:rect l="l" t="t" r="r" b="b"/>
              <a:pathLst>
                <a:path w="596039" h="671512">
                  <a:moveTo>
                    <a:pt x="0" y="671512"/>
                  </a:moveTo>
                  <a:lnTo>
                    <a:pt x="0" y="0"/>
                  </a:lnTo>
                  <a:lnTo>
                    <a:pt x="596039" y="0"/>
                  </a:lnTo>
                  <a:lnTo>
                    <a:pt x="596039" y="6715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0956270" y="6100000"/>
              <a:ext cx="357623" cy="776288"/>
            </a:xfrm>
            <a:custGeom>
              <a:avLst/>
              <a:gdLst/>
              <a:ahLst/>
              <a:cxnLst/>
              <a:rect l="l" t="t" r="r" b="b"/>
              <a:pathLst>
                <a:path w="357623" h="776288">
                  <a:moveTo>
                    <a:pt x="0" y="776288"/>
                  </a:moveTo>
                  <a:lnTo>
                    <a:pt x="0" y="0"/>
                  </a:lnTo>
                  <a:lnTo>
                    <a:pt x="357623" y="0"/>
                  </a:lnTo>
                  <a:lnTo>
                    <a:pt x="357623" y="776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1731120" y="6252400"/>
              <a:ext cx="447029" cy="623888"/>
            </a:xfrm>
            <a:custGeom>
              <a:avLst/>
              <a:gdLst/>
              <a:ahLst/>
              <a:cxnLst/>
              <a:rect l="l" t="t" r="r" b="b"/>
              <a:pathLst>
                <a:path w="447029" h="623888">
                  <a:moveTo>
                    <a:pt x="0" y="623888"/>
                  </a:moveTo>
                  <a:lnTo>
                    <a:pt x="0" y="0"/>
                  </a:lnTo>
                  <a:lnTo>
                    <a:pt x="447029" y="0"/>
                  </a:lnTo>
                  <a:lnTo>
                    <a:pt x="447029" y="6238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7911056" y="6095238"/>
              <a:ext cx="1246262" cy="438150"/>
            </a:xfrm>
            <a:custGeom>
              <a:avLst/>
              <a:gdLst/>
              <a:ahLst/>
              <a:cxnLst/>
              <a:rect l="l" t="t" r="r" b="b"/>
              <a:pathLst>
                <a:path w="1246262" h="438150">
                  <a:moveTo>
                    <a:pt x="1246262" y="219075"/>
                  </a:moveTo>
                  <a:lnTo>
                    <a:pt x="1234288" y="176336"/>
                  </a:lnTo>
                  <a:lnTo>
                    <a:pt x="1198829" y="135239"/>
                  </a:lnTo>
                  <a:lnTo>
                    <a:pt x="1141245" y="97363"/>
                  </a:lnTo>
                  <a:lnTo>
                    <a:pt x="1063751" y="64166"/>
                  </a:lnTo>
                  <a:lnTo>
                    <a:pt x="969324" y="36921"/>
                  </a:lnTo>
                  <a:lnTo>
                    <a:pt x="861593" y="16676"/>
                  </a:lnTo>
                  <a:lnTo>
                    <a:pt x="744697" y="4209"/>
                  </a:lnTo>
                  <a:lnTo>
                    <a:pt x="623131" y="0"/>
                  </a:lnTo>
                  <a:lnTo>
                    <a:pt x="501564" y="4209"/>
                  </a:lnTo>
                  <a:lnTo>
                    <a:pt x="384669" y="16676"/>
                  </a:lnTo>
                  <a:lnTo>
                    <a:pt x="276938" y="36921"/>
                  </a:lnTo>
                  <a:lnTo>
                    <a:pt x="182510" y="64166"/>
                  </a:lnTo>
                  <a:lnTo>
                    <a:pt x="105016" y="97363"/>
                  </a:lnTo>
                  <a:lnTo>
                    <a:pt x="47433" y="135239"/>
                  </a:lnTo>
                  <a:lnTo>
                    <a:pt x="11973" y="176336"/>
                  </a:lnTo>
                  <a:lnTo>
                    <a:pt x="0" y="219075"/>
                  </a:lnTo>
                  <a:lnTo>
                    <a:pt x="11973" y="261814"/>
                  </a:lnTo>
                  <a:lnTo>
                    <a:pt x="47433" y="302911"/>
                  </a:lnTo>
                  <a:lnTo>
                    <a:pt x="105016" y="340787"/>
                  </a:lnTo>
                  <a:lnTo>
                    <a:pt x="182510" y="373984"/>
                  </a:lnTo>
                  <a:lnTo>
                    <a:pt x="276938" y="401229"/>
                  </a:lnTo>
                  <a:lnTo>
                    <a:pt x="384669" y="421474"/>
                  </a:lnTo>
                  <a:lnTo>
                    <a:pt x="501564" y="433941"/>
                  </a:lnTo>
                  <a:lnTo>
                    <a:pt x="623131" y="438150"/>
                  </a:lnTo>
                  <a:lnTo>
                    <a:pt x="744697" y="433941"/>
                  </a:lnTo>
                  <a:lnTo>
                    <a:pt x="861593" y="421474"/>
                  </a:lnTo>
                  <a:lnTo>
                    <a:pt x="969324" y="401229"/>
                  </a:lnTo>
                  <a:lnTo>
                    <a:pt x="1063751" y="373984"/>
                  </a:lnTo>
                  <a:lnTo>
                    <a:pt x="1141245" y="340787"/>
                  </a:lnTo>
                  <a:lnTo>
                    <a:pt x="1198829" y="302911"/>
                  </a:lnTo>
                  <a:lnTo>
                    <a:pt x="1234288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-2302876" y="6628638"/>
              <a:ext cx="3657509" cy="247650"/>
            </a:xfrm>
            <a:custGeom>
              <a:avLst/>
              <a:gdLst/>
              <a:ahLst/>
              <a:cxnLst/>
              <a:rect l="l" t="t" r="r" b="b"/>
              <a:pathLst>
                <a:path w="3657509" h="247650">
                  <a:moveTo>
                    <a:pt x="0" y="247650"/>
                  </a:moveTo>
                  <a:lnTo>
                    <a:pt x="0" y="0"/>
                  </a:lnTo>
                  <a:lnTo>
                    <a:pt x="3657509" y="0"/>
                  </a:lnTo>
                  <a:lnTo>
                    <a:pt x="3657509" y="2476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2167412" y="6600063"/>
              <a:ext cx="3386582" cy="276225"/>
            </a:xfrm>
            <a:custGeom>
              <a:avLst/>
              <a:gdLst/>
              <a:ahLst/>
              <a:cxnLst/>
              <a:rect l="l" t="t" r="r" b="b"/>
              <a:pathLst>
                <a:path w="3386582" h="276225">
                  <a:moveTo>
                    <a:pt x="0" y="276225"/>
                  </a:moveTo>
                  <a:lnTo>
                    <a:pt x="0" y="0"/>
                  </a:lnTo>
                  <a:lnTo>
                    <a:pt x="3386582" y="0"/>
                  </a:lnTo>
                  <a:lnTo>
                    <a:pt x="3386582" y="2762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-921150" y="6466713"/>
              <a:ext cx="1029521" cy="409575"/>
            </a:xfrm>
            <a:custGeom>
              <a:avLst/>
              <a:gdLst/>
              <a:ahLst/>
              <a:cxnLst/>
              <a:rect l="l" t="t" r="r" b="b"/>
              <a:pathLst>
                <a:path w="1029521" h="409575">
                  <a:moveTo>
                    <a:pt x="0" y="409575"/>
                  </a:moveTo>
                  <a:lnTo>
                    <a:pt x="0" y="0"/>
                  </a:lnTo>
                  <a:lnTo>
                    <a:pt x="1029521" y="0"/>
                  </a:lnTo>
                  <a:lnTo>
                    <a:pt x="1029521" y="4095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-1110799" y="6781038"/>
              <a:ext cx="1408818" cy="95250"/>
            </a:xfrm>
            <a:custGeom>
              <a:avLst/>
              <a:gdLst/>
              <a:ahLst/>
              <a:cxnLst/>
              <a:rect l="l" t="t" r="r" b="b"/>
              <a:pathLst>
                <a:path w="1408818" h="95250">
                  <a:moveTo>
                    <a:pt x="0" y="95250"/>
                  </a:moveTo>
                  <a:lnTo>
                    <a:pt x="433483" y="0"/>
                  </a:lnTo>
                  <a:lnTo>
                    <a:pt x="975336" y="0"/>
                  </a:lnTo>
                  <a:lnTo>
                    <a:pt x="1408818" y="952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354633" y="6714363"/>
              <a:ext cx="406390" cy="161925"/>
            </a:xfrm>
            <a:custGeom>
              <a:avLst/>
              <a:gdLst/>
              <a:ahLst/>
              <a:cxnLst/>
              <a:rect l="l" t="t" r="r" b="b"/>
              <a:pathLst>
                <a:path w="406390" h="161925">
                  <a:moveTo>
                    <a:pt x="0" y="161925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761023" y="6581013"/>
              <a:ext cx="298019" cy="295275"/>
            </a:xfrm>
            <a:custGeom>
              <a:avLst/>
              <a:gdLst/>
              <a:ahLst/>
              <a:cxnLst/>
              <a:rect l="l" t="t" r="r" b="b"/>
              <a:pathLst>
                <a:path w="298019" h="295275">
                  <a:moveTo>
                    <a:pt x="0" y="295275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295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059042" y="6657213"/>
              <a:ext cx="514760" cy="219075"/>
            </a:xfrm>
            <a:custGeom>
              <a:avLst/>
              <a:gdLst/>
              <a:ahLst/>
              <a:cxnLst/>
              <a:rect l="l" t="t" r="r" b="b"/>
              <a:pathLst>
                <a:path w="514760" h="219075">
                  <a:moveTo>
                    <a:pt x="0" y="219075"/>
                  </a:moveTo>
                  <a:lnTo>
                    <a:pt x="0" y="0"/>
                  </a:lnTo>
                  <a:lnTo>
                    <a:pt x="514760" y="0"/>
                  </a:lnTo>
                  <a:lnTo>
                    <a:pt x="514760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2573802" y="6304788"/>
              <a:ext cx="379298" cy="571500"/>
            </a:xfrm>
            <a:custGeom>
              <a:avLst/>
              <a:gdLst/>
              <a:ahLst/>
              <a:cxnLst/>
              <a:rect l="l" t="t" r="r" b="b"/>
              <a:pathLst>
                <a:path w="379298" h="571500">
                  <a:moveTo>
                    <a:pt x="0" y="571500"/>
                  </a:moveTo>
                  <a:lnTo>
                    <a:pt x="0" y="0"/>
                  </a:lnTo>
                  <a:lnTo>
                    <a:pt x="379298" y="0"/>
                  </a:lnTo>
                  <a:lnTo>
                    <a:pt x="379298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2627988" y="6228588"/>
              <a:ext cx="270926" cy="647700"/>
            </a:xfrm>
            <a:custGeom>
              <a:avLst/>
              <a:gdLst/>
              <a:ahLst/>
              <a:cxnLst/>
              <a:rect l="l" t="t" r="r" b="b"/>
              <a:pathLst>
                <a:path w="270926" h="647700">
                  <a:moveTo>
                    <a:pt x="0" y="647700"/>
                  </a:moveTo>
                  <a:lnTo>
                    <a:pt x="0" y="0"/>
                  </a:lnTo>
                  <a:lnTo>
                    <a:pt x="270926" y="0"/>
                  </a:lnTo>
                  <a:lnTo>
                    <a:pt x="270926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2953100" y="6685788"/>
              <a:ext cx="298019" cy="190500"/>
            </a:xfrm>
            <a:custGeom>
              <a:avLst/>
              <a:gdLst/>
              <a:ahLst/>
              <a:cxnLst/>
              <a:rect l="l" t="t" r="r" b="b"/>
              <a:pathLst>
                <a:path w="298019" h="190500">
                  <a:moveTo>
                    <a:pt x="0" y="190500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743131" y="6114288"/>
              <a:ext cx="40639" cy="114300"/>
            </a:xfrm>
            <a:custGeom>
              <a:avLst/>
              <a:gdLst/>
              <a:ahLst/>
              <a:cxnLst/>
              <a:rect l="l" t="t" r="r" b="b"/>
              <a:pathLst>
                <a:path w="40639" h="114300">
                  <a:moveTo>
                    <a:pt x="0" y="1143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251119" y="6714363"/>
              <a:ext cx="3792972" cy="161925"/>
            </a:xfrm>
            <a:custGeom>
              <a:avLst/>
              <a:gdLst/>
              <a:ahLst/>
              <a:cxnLst/>
              <a:rect l="l" t="t" r="r" b="b"/>
              <a:pathLst>
                <a:path w="3792972" h="161925">
                  <a:moveTo>
                    <a:pt x="0" y="161925"/>
                  </a:moveTo>
                  <a:lnTo>
                    <a:pt x="0" y="0"/>
                  </a:lnTo>
                  <a:lnTo>
                    <a:pt x="3792972" y="0"/>
                  </a:lnTo>
                  <a:lnTo>
                    <a:pt x="3792972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3413675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3413675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7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6556423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556423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7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3955528" y="6314313"/>
              <a:ext cx="812779" cy="561975"/>
            </a:xfrm>
            <a:custGeom>
              <a:avLst/>
              <a:gdLst/>
              <a:ahLst/>
              <a:cxnLst/>
              <a:rect l="l" t="t" r="r" b="b"/>
              <a:pathLst>
                <a:path w="812779" h="561975">
                  <a:moveTo>
                    <a:pt x="0" y="561975"/>
                  </a:moveTo>
                  <a:lnTo>
                    <a:pt x="0" y="0"/>
                  </a:lnTo>
                  <a:lnTo>
                    <a:pt x="812779" y="0"/>
                  </a:lnTo>
                  <a:lnTo>
                    <a:pt x="812779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5635272" y="6314313"/>
              <a:ext cx="839873" cy="561975"/>
            </a:xfrm>
            <a:custGeom>
              <a:avLst/>
              <a:gdLst/>
              <a:ahLst/>
              <a:cxnLst/>
              <a:rect l="l" t="t" r="r" b="b"/>
              <a:pathLst>
                <a:path w="839873" h="561975">
                  <a:moveTo>
                    <a:pt x="0" y="561975"/>
                  </a:moveTo>
                  <a:lnTo>
                    <a:pt x="0" y="0"/>
                  </a:lnTo>
                  <a:lnTo>
                    <a:pt x="839873" y="0"/>
                  </a:lnTo>
                  <a:lnTo>
                    <a:pt x="839873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4714122" y="6114288"/>
              <a:ext cx="975336" cy="762000"/>
            </a:xfrm>
            <a:custGeom>
              <a:avLst/>
              <a:gdLst/>
              <a:ahLst/>
              <a:cxnLst/>
              <a:rect l="l" t="t" r="r" b="b"/>
              <a:pathLst>
                <a:path w="975336" h="762000">
                  <a:moveTo>
                    <a:pt x="0" y="762000"/>
                  </a:moveTo>
                  <a:lnTo>
                    <a:pt x="0" y="47625"/>
                  </a:lnTo>
                  <a:lnTo>
                    <a:pt x="135463" y="0"/>
                  </a:lnTo>
                  <a:lnTo>
                    <a:pt x="839872" y="0"/>
                  </a:lnTo>
                  <a:lnTo>
                    <a:pt x="975336" y="47625"/>
                  </a:lnTo>
                  <a:lnTo>
                    <a:pt x="975336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7369202" y="6833426"/>
              <a:ext cx="2329969" cy="42862"/>
            </a:xfrm>
            <a:custGeom>
              <a:avLst/>
              <a:gdLst/>
              <a:ahLst/>
              <a:cxnLst/>
              <a:rect l="l" t="t" r="r" b="b"/>
              <a:pathLst>
                <a:path w="2329969" h="42862">
                  <a:moveTo>
                    <a:pt x="0" y="42862"/>
                  </a:moveTo>
                  <a:lnTo>
                    <a:pt x="0" y="0"/>
                  </a:lnTo>
                  <a:lnTo>
                    <a:pt x="2329969" y="0"/>
                  </a:lnTo>
                  <a:lnTo>
                    <a:pt x="2329969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7558851" y="6790563"/>
              <a:ext cx="1950671" cy="85725"/>
            </a:xfrm>
            <a:custGeom>
              <a:avLst/>
              <a:gdLst/>
              <a:ahLst/>
              <a:cxnLst/>
              <a:rect l="l" t="t" r="r" b="b"/>
              <a:pathLst>
                <a:path w="1950671" h="85725">
                  <a:moveTo>
                    <a:pt x="0" y="85725"/>
                  </a:moveTo>
                  <a:lnTo>
                    <a:pt x="0" y="0"/>
                  </a:lnTo>
                  <a:lnTo>
                    <a:pt x="1950671" y="0"/>
                  </a:lnTo>
                  <a:lnTo>
                    <a:pt x="1950671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7721407" y="6476238"/>
              <a:ext cx="149010" cy="314325"/>
            </a:xfrm>
            <a:custGeom>
              <a:avLst/>
              <a:gdLst/>
              <a:ahLst/>
              <a:cxnLst/>
              <a:rect l="l" t="t" r="r" b="b"/>
              <a:pathLst>
                <a:path w="149010" h="314325">
                  <a:moveTo>
                    <a:pt x="0" y="314325"/>
                  </a:moveTo>
                  <a:lnTo>
                    <a:pt x="0" y="0"/>
                  </a:lnTo>
                  <a:lnTo>
                    <a:pt x="149010" y="0"/>
                  </a:lnTo>
                  <a:lnTo>
                    <a:pt x="149010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7992334" y="6361938"/>
              <a:ext cx="162555" cy="428625"/>
            </a:xfrm>
            <a:custGeom>
              <a:avLst/>
              <a:gdLst/>
              <a:ahLst/>
              <a:cxnLst/>
              <a:rect l="l" t="t" r="r" b="b"/>
              <a:pathLst>
                <a:path w="162555" h="428625">
                  <a:moveTo>
                    <a:pt x="0" y="428625"/>
                  </a:moveTo>
                  <a:lnTo>
                    <a:pt x="0" y="0"/>
                  </a:lnTo>
                  <a:lnTo>
                    <a:pt x="162555" y="0"/>
                  </a:lnTo>
                  <a:lnTo>
                    <a:pt x="162555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8913484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9197957" y="6476238"/>
              <a:ext cx="149009" cy="314325"/>
            </a:xfrm>
            <a:custGeom>
              <a:avLst/>
              <a:gdLst/>
              <a:ahLst/>
              <a:cxnLst/>
              <a:rect l="l" t="t" r="r" b="b"/>
              <a:pathLst>
                <a:path w="149009" h="314325">
                  <a:moveTo>
                    <a:pt x="0" y="314325"/>
                  </a:moveTo>
                  <a:lnTo>
                    <a:pt x="0" y="0"/>
                  </a:lnTo>
                  <a:lnTo>
                    <a:pt x="149009" y="0"/>
                  </a:lnTo>
                  <a:lnTo>
                    <a:pt x="149009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8317445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8669650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8317445" y="6614350"/>
              <a:ext cx="433483" cy="14288"/>
            </a:xfrm>
            <a:custGeom>
              <a:avLst/>
              <a:gdLst/>
              <a:ahLst/>
              <a:cxnLst/>
              <a:rect l="l" t="t" r="r" b="b"/>
              <a:pathLst>
                <a:path w="433483" h="14288">
                  <a:moveTo>
                    <a:pt x="0" y="14288"/>
                  </a:moveTo>
                  <a:lnTo>
                    <a:pt x="0" y="0"/>
                  </a:lnTo>
                  <a:lnTo>
                    <a:pt x="433483" y="0"/>
                  </a:lnTo>
                  <a:lnTo>
                    <a:pt x="433483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8317445" y="6471476"/>
              <a:ext cx="433483" cy="14287"/>
            </a:xfrm>
            <a:custGeom>
              <a:avLst/>
              <a:gdLst/>
              <a:ahLst/>
              <a:cxnLst/>
              <a:rect l="l" t="t" r="r" b="b"/>
              <a:pathLst>
                <a:path w="433483" h="14287">
                  <a:moveTo>
                    <a:pt x="0" y="14287"/>
                  </a:moveTo>
                  <a:lnTo>
                    <a:pt x="0" y="0"/>
                  </a:lnTo>
                  <a:lnTo>
                    <a:pt x="433483" y="0"/>
                  </a:lnTo>
                  <a:lnTo>
                    <a:pt x="433483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8317445" y="6328600"/>
              <a:ext cx="433483" cy="14288"/>
            </a:xfrm>
            <a:custGeom>
              <a:avLst/>
              <a:gdLst/>
              <a:ahLst/>
              <a:cxnLst/>
              <a:rect l="l" t="t" r="r" b="b"/>
              <a:pathLst>
                <a:path w="433483" h="14288">
                  <a:moveTo>
                    <a:pt x="0" y="14288"/>
                  </a:moveTo>
                  <a:lnTo>
                    <a:pt x="0" y="0"/>
                  </a:lnTo>
                  <a:lnTo>
                    <a:pt x="433483" y="0"/>
                  </a:lnTo>
                  <a:lnTo>
                    <a:pt x="433483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8154889" y="6085713"/>
              <a:ext cx="596039" cy="180975"/>
            </a:xfrm>
            <a:custGeom>
              <a:avLst/>
              <a:gdLst/>
              <a:ahLst/>
              <a:cxnLst/>
              <a:rect l="l" t="t" r="r" b="b"/>
              <a:pathLst>
                <a:path w="596039" h="180975">
                  <a:moveTo>
                    <a:pt x="162556" y="180975"/>
                  </a:moveTo>
                  <a:lnTo>
                    <a:pt x="596039" y="180975"/>
                  </a:lnTo>
                  <a:lnTo>
                    <a:pt x="460576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406390" y="28575"/>
                  </a:lnTo>
                  <a:lnTo>
                    <a:pt x="514761" y="152400"/>
                  </a:lnTo>
                  <a:lnTo>
                    <a:pt x="16255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9699171" y="6742938"/>
              <a:ext cx="460575" cy="133350"/>
            </a:xfrm>
            <a:custGeom>
              <a:avLst/>
              <a:gdLst/>
              <a:ahLst/>
              <a:cxnLst/>
              <a:rect l="l" t="t" r="r" b="b"/>
              <a:pathLst>
                <a:path w="460575" h="133350">
                  <a:moveTo>
                    <a:pt x="0" y="1333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9888819" y="6523863"/>
              <a:ext cx="216742" cy="352425"/>
            </a:xfrm>
            <a:custGeom>
              <a:avLst/>
              <a:gdLst/>
              <a:ahLst/>
              <a:cxnLst/>
              <a:rect l="l" t="t" r="r" b="b"/>
              <a:pathLst>
                <a:path w="216742" h="352425">
                  <a:moveTo>
                    <a:pt x="0" y="352425"/>
                  </a:moveTo>
                  <a:lnTo>
                    <a:pt x="0" y="0"/>
                  </a:lnTo>
                  <a:lnTo>
                    <a:pt x="216742" y="0"/>
                  </a:lnTo>
                  <a:lnTo>
                    <a:pt x="216742" y="3524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11649842" y="6666738"/>
              <a:ext cx="216741" cy="209550"/>
            </a:xfrm>
            <a:custGeom>
              <a:avLst/>
              <a:gdLst/>
              <a:ahLst/>
              <a:cxnLst/>
              <a:rect l="l" t="t" r="r" b="b"/>
              <a:pathLst>
                <a:path w="216741" h="209550">
                  <a:moveTo>
                    <a:pt x="0" y="209550"/>
                  </a:moveTo>
                  <a:lnTo>
                    <a:pt x="0" y="0"/>
                  </a:lnTo>
                  <a:lnTo>
                    <a:pt x="216741" y="0"/>
                  </a:lnTo>
                  <a:lnTo>
                    <a:pt x="216741" y="209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10132653" y="6771513"/>
              <a:ext cx="1544282" cy="104775"/>
            </a:xfrm>
            <a:custGeom>
              <a:avLst/>
              <a:gdLst/>
              <a:ahLst/>
              <a:cxnLst/>
              <a:rect l="l" t="t" r="r" b="b"/>
              <a:pathLst>
                <a:path w="1544282" h="104775">
                  <a:moveTo>
                    <a:pt x="0" y="104775"/>
                  </a:moveTo>
                  <a:lnTo>
                    <a:pt x="0" y="0"/>
                  </a:lnTo>
                  <a:lnTo>
                    <a:pt x="1544282" y="0"/>
                  </a:lnTo>
                  <a:lnTo>
                    <a:pt x="1544282" y="1047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10295209" y="6380988"/>
              <a:ext cx="1219170" cy="390525"/>
            </a:xfrm>
            <a:custGeom>
              <a:avLst/>
              <a:gdLst/>
              <a:ahLst/>
              <a:cxnLst/>
              <a:rect l="l" t="t" r="r" b="b"/>
              <a:pathLst>
                <a:path w="1219170" h="390525">
                  <a:moveTo>
                    <a:pt x="0" y="390525"/>
                  </a:moveTo>
                  <a:lnTo>
                    <a:pt x="0" y="0"/>
                  </a:lnTo>
                  <a:lnTo>
                    <a:pt x="1219170" y="0"/>
                  </a:lnTo>
                  <a:lnTo>
                    <a:pt x="1219170" y="3905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10227478" y="6342888"/>
              <a:ext cx="1354632" cy="38100"/>
            </a:xfrm>
            <a:custGeom>
              <a:avLst/>
              <a:gdLst/>
              <a:ahLst/>
              <a:cxnLst/>
              <a:rect l="l" t="t" r="r" b="b"/>
              <a:pathLst>
                <a:path w="1354632" h="38100">
                  <a:moveTo>
                    <a:pt x="0" y="38100"/>
                  </a:moveTo>
                  <a:lnTo>
                    <a:pt x="0" y="0"/>
                  </a:lnTo>
                  <a:lnTo>
                    <a:pt x="1354632" y="0"/>
                  </a:lnTo>
                  <a:lnTo>
                    <a:pt x="1354632" y="38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10884475" y="6285738"/>
              <a:ext cx="40639" cy="57150"/>
            </a:xfrm>
            <a:custGeom>
              <a:avLst/>
              <a:gdLst/>
              <a:ahLst/>
              <a:cxnLst/>
              <a:rect l="l" t="t" r="r" b="b"/>
              <a:pathLst>
                <a:path w="40639" h="57150">
                  <a:moveTo>
                    <a:pt x="0" y="5715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57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1893676" y="5857113"/>
              <a:ext cx="460575" cy="1019175"/>
            </a:xfrm>
            <a:custGeom>
              <a:avLst/>
              <a:gdLst/>
              <a:ahLst/>
              <a:cxnLst/>
              <a:rect l="l" t="t" r="r" b="b"/>
              <a:pathLst>
                <a:path w="460575" h="1019175">
                  <a:moveTo>
                    <a:pt x="0" y="1019175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10191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12103644" y="5695188"/>
              <a:ext cx="40639" cy="161925"/>
            </a:xfrm>
            <a:custGeom>
              <a:avLst/>
              <a:gdLst/>
              <a:ahLst/>
              <a:cxnLst/>
              <a:rect l="l" t="t" r="r" b="b"/>
              <a:pathLst>
                <a:path w="40639" h="161925">
                  <a:moveTo>
                    <a:pt x="0" y="161925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7" name="Label pill"/>
          <p:cNvSpPr/>
          <p:nvPr/>
        </p:nvSpPr>
        <p:spPr>
          <a:xfrm>
            <a:off x="457200" y="292608"/>
            <a:ext cx="1975104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05 / 14  ·  Meheri</a:t>
            </a:r>
          </a:p>
        </p:txBody>
      </p:sp>
      <p:sp>
        <p:nvSpPr>
          <p:cNvPr id="58" name="Label pill"/>
          <p:cNvSpPr/>
          <p:nvPr/>
        </p:nvSpPr>
        <p:spPr>
          <a:xfrm>
            <a:off x="10362895" y="292608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Screens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0" spc="-150">
                <a:solidFill>
                  <a:srgbClr val="101C2E"/>
                </a:solidFill>
                <a:latin typeface="Bricolage Grotesque ExtraBold"/>
              </a:rPr>
              <a:t>MEHERI · SCREENS</a:t>
            </a:r>
          </a:p>
        </p:txBody>
      </p:sp>
      <p:grpSp>
        <p:nvGrpSpPr>
          <p:cNvPr id="61" name="Screenshot placeholder (browser): Accountability chart and department rows"/>
          <p:cNvGrpSpPr/>
          <p:nvPr/>
        </p:nvGrpSpPr>
        <p:grpSpPr>
          <a:xfrm>
            <a:off x="548640" y="1645920"/>
            <a:ext cx="4160520" cy="3566160"/>
            <a:chOff x="548640" y="1645920"/>
            <a:chExt cx="4160520" cy="3566160"/>
          </a:xfrm>
        </p:grpSpPr>
        <p:sp>
          <p:nvSpPr>
            <p:cNvPr id="62" name="Rounded Rectangle 61"/>
            <p:cNvSpPr/>
            <p:nvPr/>
          </p:nvSpPr>
          <p:spPr>
            <a:xfrm>
              <a:off x="548640" y="1645920"/>
              <a:ext cx="4160520" cy="35661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63" name="Connector 62"/>
            <p:cNvCxnSpPr/>
            <p:nvPr/>
          </p:nvCxnSpPr>
          <p:spPr>
            <a:xfrm>
              <a:off x="566928" y="2029968"/>
              <a:ext cx="412394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13232" y="178308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5" name="Oval 64"/>
            <p:cNvSpPr/>
            <p:nvPr/>
          </p:nvSpPr>
          <p:spPr>
            <a:xfrm>
              <a:off x="896112" y="178308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6" name="Oval 65"/>
            <p:cNvSpPr/>
            <p:nvPr/>
          </p:nvSpPr>
          <p:spPr>
            <a:xfrm>
              <a:off x="1078992" y="178308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7" name="Rounded Rectangle 66"/>
            <p:cNvSpPr/>
            <p:nvPr/>
          </p:nvSpPr>
          <p:spPr>
            <a:xfrm>
              <a:off x="1325880" y="1719072"/>
              <a:ext cx="320040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/admin/accountability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2427732" y="31181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TextBox 68"/>
            <p:cNvSpPr txBox="1"/>
            <p:nvPr/>
          </p:nvSpPr>
          <p:spPr>
            <a:xfrm>
              <a:off x="777240" y="3529584"/>
              <a:ext cx="370332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Accountability chart and department rows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548640" y="5349240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6A85"/>
                </a:solidFill>
                <a:latin typeface="Figtree"/>
              </a:rPr>
              <a:t>/admin/accountability</a:t>
            </a:r>
          </a:p>
        </p:txBody>
      </p:sp>
      <p:grpSp>
        <p:nvGrpSpPr>
          <p:cNvPr id="71" name="Screenshot placeholder (browser): Staff Dashboard counts"/>
          <p:cNvGrpSpPr/>
          <p:nvPr/>
        </p:nvGrpSpPr>
        <p:grpSpPr>
          <a:xfrm>
            <a:off x="4983480" y="1645920"/>
            <a:ext cx="4160520" cy="3566160"/>
            <a:chOff x="4983480" y="1645920"/>
            <a:chExt cx="4160520" cy="3566160"/>
          </a:xfrm>
        </p:grpSpPr>
        <p:sp>
          <p:nvSpPr>
            <p:cNvPr id="72" name="Rounded Rectangle 71"/>
            <p:cNvSpPr/>
            <p:nvPr/>
          </p:nvSpPr>
          <p:spPr>
            <a:xfrm>
              <a:off x="4983480" y="1645920"/>
              <a:ext cx="4160520" cy="35661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73" name="Connector 72"/>
            <p:cNvCxnSpPr/>
            <p:nvPr/>
          </p:nvCxnSpPr>
          <p:spPr>
            <a:xfrm>
              <a:off x="5001768" y="2029968"/>
              <a:ext cx="412394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/>
            <p:cNvSpPr/>
            <p:nvPr/>
          </p:nvSpPr>
          <p:spPr>
            <a:xfrm>
              <a:off x="5148072" y="178308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5" name="Oval 74"/>
            <p:cNvSpPr/>
            <p:nvPr/>
          </p:nvSpPr>
          <p:spPr>
            <a:xfrm>
              <a:off x="5330952" y="178308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6" name="Oval 75"/>
            <p:cNvSpPr/>
            <p:nvPr/>
          </p:nvSpPr>
          <p:spPr>
            <a:xfrm>
              <a:off x="5513832" y="178308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7" name="Rounded Rectangle 76"/>
            <p:cNvSpPr/>
            <p:nvPr/>
          </p:nvSpPr>
          <p:spPr>
            <a:xfrm>
              <a:off x="5760720" y="1719072"/>
              <a:ext cx="320040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/admin/dashboard</a:t>
              </a: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6862572" y="31181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9" name="TextBox 78"/>
            <p:cNvSpPr txBox="1"/>
            <p:nvPr/>
          </p:nvSpPr>
          <p:spPr>
            <a:xfrm>
              <a:off x="5212080" y="3529584"/>
              <a:ext cx="370332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Staff Dashboard counts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4983480" y="5349240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6A85"/>
                </a:solidFill>
                <a:latin typeface="Figtree"/>
              </a:rPr>
              <a:t>/admin/dashboard</a:t>
            </a:r>
          </a:p>
        </p:txBody>
      </p:sp>
      <p:grpSp>
        <p:nvGrpSpPr>
          <p:cNvPr id="81" name="Screenshot placeholder (phone): Home in Bangla (LanguageToggle)"/>
          <p:cNvGrpSpPr/>
          <p:nvPr/>
        </p:nvGrpSpPr>
        <p:grpSpPr>
          <a:xfrm>
            <a:off x="9418320" y="1645920"/>
            <a:ext cx="2423160" cy="3566160"/>
            <a:chOff x="9418320" y="1645920"/>
            <a:chExt cx="2423160" cy="3566160"/>
          </a:xfrm>
        </p:grpSpPr>
        <p:sp>
          <p:nvSpPr>
            <p:cNvPr id="82" name="Rounded Rectangle 81"/>
            <p:cNvSpPr/>
            <p:nvPr/>
          </p:nvSpPr>
          <p:spPr>
            <a:xfrm>
              <a:off x="9418320" y="1645920"/>
              <a:ext cx="2423160" cy="35661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3" name="Rounded Rectangle 82"/>
            <p:cNvSpPr/>
            <p:nvPr/>
          </p:nvSpPr>
          <p:spPr>
            <a:xfrm>
              <a:off x="10309860" y="1773936"/>
              <a:ext cx="640080" cy="109728"/>
            </a:xfrm>
            <a:prstGeom prst="roundRect">
              <a:avLst>
                <a:gd name="adj" fmla="val 50000"/>
              </a:avLst>
            </a:prstGeom>
            <a:solidFill>
              <a:srgbClr val="CBD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4" name="Rounded Rectangle 83"/>
            <p:cNvSpPr/>
            <p:nvPr/>
          </p:nvSpPr>
          <p:spPr>
            <a:xfrm>
              <a:off x="10428732" y="2862072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5" name="TextBox 84"/>
            <p:cNvSpPr txBox="1"/>
            <p:nvPr/>
          </p:nvSpPr>
          <p:spPr>
            <a:xfrm>
              <a:off x="9555480" y="3291840"/>
              <a:ext cx="2148840" cy="10972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Home in Bangla (LanguageToggle)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9418320" y="53492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6A85"/>
                </a:solidFill>
                <a:latin typeface="Figtree"/>
              </a:rPr>
              <a:t>/  (bn)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-115137" y="6290500"/>
              <a:ext cx="665234" cy="585788"/>
            </a:xfrm>
            <a:custGeom>
              <a:avLst/>
              <a:gdLst/>
              <a:ahLst/>
              <a:cxnLst/>
              <a:rect l="l" t="t" r="r" b="b"/>
              <a:pathLst>
                <a:path w="665234" h="585788">
                  <a:moveTo>
                    <a:pt x="0" y="585788"/>
                  </a:moveTo>
                  <a:lnTo>
                    <a:pt x="0" y="0"/>
                  </a:lnTo>
                  <a:lnTo>
                    <a:pt x="665234" y="0"/>
                  </a:lnTo>
                  <a:lnTo>
                    <a:pt x="665234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831543" y="6404800"/>
              <a:ext cx="767578" cy="471488"/>
            </a:xfrm>
            <a:custGeom>
              <a:avLst/>
              <a:gdLst/>
              <a:ahLst/>
              <a:cxnLst/>
              <a:rect l="l" t="t" r="r" b="b"/>
              <a:pathLst>
                <a:path w="767578" h="471488">
                  <a:moveTo>
                    <a:pt x="0" y="471488"/>
                  </a:moveTo>
                  <a:lnTo>
                    <a:pt x="0" y="0"/>
                  </a:lnTo>
                  <a:lnTo>
                    <a:pt x="767578" y="0"/>
                  </a:lnTo>
                  <a:lnTo>
                    <a:pt x="767578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985058" y="6333363"/>
              <a:ext cx="460547" cy="542925"/>
            </a:xfrm>
            <a:custGeom>
              <a:avLst/>
              <a:gdLst/>
              <a:ahLst/>
              <a:cxnLst/>
              <a:rect l="l" t="t" r="r" b="b"/>
              <a:pathLst>
                <a:path w="460547" h="542925">
                  <a:moveTo>
                    <a:pt x="0" y="542925"/>
                  </a:moveTo>
                  <a:lnTo>
                    <a:pt x="0" y="0"/>
                  </a:lnTo>
                  <a:lnTo>
                    <a:pt x="460547" y="0"/>
                  </a:lnTo>
                  <a:lnTo>
                    <a:pt x="46054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4733397" y="6319076"/>
              <a:ext cx="601269" cy="557212"/>
            </a:xfrm>
            <a:custGeom>
              <a:avLst/>
              <a:gdLst/>
              <a:ahLst/>
              <a:cxnLst/>
              <a:rect l="l" t="t" r="r" b="b"/>
              <a:pathLst>
                <a:path w="601269" h="557212">
                  <a:moveTo>
                    <a:pt x="0" y="557212"/>
                  </a:moveTo>
                  <a:lnTo>
                    <a:pt x="0" y="0"/>
                  </a:lnTo>
                  <a:lnTo>
                    <a:pt x="601269" y="0"/>
                  </a:lnTo>
                  <a:lnTo>
                    <a:pt x="601269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023338" y="6166675"/>
              <a:ext cx="767577" cy="709613"/>
            </a:xfrm>
            <a:custGeom>
              <a:avLst/>
              <a:gdLst/>
              <a:ahLst/>
              <a:cxnLst/>
              <a:rect l="l" t="t" r="r" b="b"/>
              <a:pathLst>
                <a:path w="767577" h="709613">
                  <a:moveTo>
                    <a:pt x="0" y="709613"/>
                  </a:moveTo>
                  <a:lnTo>
                    <a:pt x="0" y="0"/>
                  </a:lnTo>
                  <a:lnTo>
                    <a:pt x="767577" y="0"/>
                  </a:lnTo>
                  <a:lnTo>
                    <a:pt x="767577" y="7096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7931638" y="6204776"/>
              <a:ext cx="562890" cy="671512"/>
            </a:xfrm>
            <a:custGeom>
              <a:avLst/>
              <a:gdLst/>
              <a:ahLst/>
              <a:cxnLst/>
              <a:rect l="l" t="t" r="r" b="b"/>
              <a:pathLst>
                <a:path w="562890" h="671512">
                  <a:moveTo>
                    <a:pt x="0" y="671512"/>
                  </a:moveTo>
                  <a:lnTo>
                    <a:pt x="0" y="0"/>
                  </a:lnTo>
                  <a:lnTo>
                    <a:pt x="562890" y="0"/>
                  </a:lnTo>
                  <a:lnTo>
                    <a:pt x="562890" y="6715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8044216" y="6100000"/>
              <a:ext cx="337734" cy="776288"/>
            </a:xfrm>
            <a:custGeom>
              <a:avLst/>
              <a:gdLst/>
              <a:ahLst/>
              <a:cxnLst/>
              <a:rect l="l" t="t" r="r" b="b"/>
              <a:pathLst>
                <a:path w="337734" h="776288">
                  <a:moveTo>
                    <a:pt x="0" y="776288"/>
                  </a:moveTo>
                  <a:lnTo>
                    <a:pt x="0" y="0"/>
                  </a:lnTo>
                  <a:lnTo>
                    <a:pt x="337734" y="0"/>
                  </a:lnTo>
                  <a:lnTo>
                    <a:pt x="337734" y="776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775974" y="6252400"/>
              <a:ext cx="422167" cy="623888"/>
            </a:xfrm>
            <a:custGeom>
              <a:avLst/>
              <a:gdLst/>
              <a:ahLst/>
              <a:cxnLst/>
              <a:rect l="l" t="t" r="r" b="b"/>
              <a:pathLst>
                <a:path w="422167" h="623888">
                  <a:moveTo>
                    <a:pt x="0" y="623888"/>
                  </a:moveTo>
                  <a:lnTo>
                    <a:pt x="0" y="0"/>
                  </a:lnTo>
                  <a:lnTo>
                    <a:pt x="422167" y="0"/>
                  </a:lnTo>
                  <a:lnTo>
                    <a:pt x="422167" y="6238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338864" y="6504813"/>
              <a:ext cx="460547" cy="371475"/>
            </a:xfrm>
            <a:custGeom>
              <a:avLst/>
              <a:gdLst/>
              <a:ahLst/>
              <a:cxnLst/>
              <a:rect l="l" t="t" r="r" b="b"/>
              <a:pathLst>
                <a:path w="460547" h="371475">
                  <a:moveTo>
                    <a:pt x="0" y="371475"/>
                  </a:moveTo>
                  <a:lnTo>
                    <a:pt x="0" y="0"/>
                  </a:lnTo>
                  <a:lnTo>
                    <a:pt x="460547" y="0"/>
                  </a:lnTo>
                  <a:lnTo>
                    <a:pt x="460547" y="3714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0106442" y="6476238"/>
              <a:ext cx="447754" cy="400050"/>
            </a:xfrm>
            <a:custGeom>
              <a:avLst/>
              <a:gdLst/>
              <a:ahLst/>
              <a:cxnLst/>
              <a:rect l="l" t="t" r="r" b="b"/>
              <a:pathLst>
                <a:path w="447754" h="400050">
                  <a:moveTo>
                    <a:pt x="0" y="400050"/>
                  </a:moveTo>
                  <a:lnTo>
                    <a:pt x="0" y="0"/>
                  </a:lnTo>
                  <a:lnTo>
                    <a:pt x="447754" y="0"/>
                  </a:lnTo>
                  <a:lnTo>
                    <a:pt x="447754" y="4000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195993" y="6423850"/>
              <a:ext cx="268652" cy="452438"/>
            </a:xfrm>
            <a:custGeom>
              <a:avLst/>
              <a:gdLst/>
              <a:ahLst/>
              <a:cxnLst/>
              <a:rect l="l" t="t" r="r" b="b"/>
              <a:pathLst>
                <a:path w="268652" h="452438">
                  <a:moveTo>
                    <a:pt x="0" y="452438"/>
                  </a:moveTo>
                  <a:lnTo>
                    <a:pt x="0" y="0"/>
                  </a:lnTo>
                  <a:lnTo>
                    <a:pt x="268652" y="0"/>
                  </a:lnTo>
                  <a:lnTo>
                    <a:pt x="268652" y="4524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0720504" y="6200013"/>
              <a:ext cx="383789" cy="676275"/>
            </a:xfrm>
            <a:custGeom>
              <a:avLst/>
              <a:gdLst/>
              <a:ahLst/>
              <a:cxnLst/>
              <a:rect l="l" t="t" r="r" b="b"/>
              <a:pathLst>
                <a:path w="383789" h="676275">
                  <a:moveTo>
                    <a:pt x="0" y="676275"/>
                  </a:moveTo>
                  <a:lnTo>
                    <a:pt x="0" y="0"/>
                  </a:lnTo>
                  <a:lnTo>
                    <a:pt x="383789" y="0"/>
                  </a:lnTo>
                  <a:lnTo>
                    <a:pt x="383789" y="676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797262" y="6138100"/>
              <a:ext cx="230273" cy="738188"/>
            </a:xfrm>
            <a:custGeom>
              <a:avLst/>
              <a:gdLst/>
              <a:ahLst/>
              <a:cxnLst/>
              <a:rect l="l" t="t" r="r" b="b"/>
              <a:pathLst>
                <a:path w="230273" h="738188">
                  <a:moveTo>
                    <a:pt x="0" y="738188"/>
                  </a:moveTo>
                  <a:lnTo>
                    <a:pt x="0" y="0"/>
                  </a:lnTo>
                  <a:lnTo>
                    <a:pt x="230273" y="0"/>
                  </a:lnTo>
                  <a:lnTo>
                    <a:pt x="230273" y="7381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1372945" y="6528626"/>
              <a:ext cx="626856" cy="347662"/>
            </a:xfrm>
            <a:custGeom>
              <a:avLst/>
              <a:gdLst/>
              <a:ahLst/>
              <a:cxnLst/>
              <a:rect l="l" t="t" r="r" b="b"/>
              <a:pathLst>
                <a:path w="626856" h="347662">
                  <a:moveTo>
                    <a:pt x="0" y="347662"/>
                  </a:moveTo>
                  <a:lnTo>
                    <a:pt x="0" y="0"/>
                  </a:lnTo>
                  <a:lnTo>
                    <a:pt x="626856" y="0"/>
                  </a:lnTo>
                  <a:lnTo>
                    <a:pt x="626856" y="3476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1498317" y="6452425"/>
              <a:ext cx="376113" cy="423863"/>
            </a:xfrm>
            <a:custGeom>
              <a:avLst/>
              <a:gdLst/>
              <a:ahLst/>
              <a:cxnLst/>
              <a:rect l="l" t="t" r="r" b="b"/>
              <a:pathLst>
                <a:path w="376113" h="423863">
                  <a:moveTo>
                    <a:pt x="0" y="423863"/>
                  </a:moveTo>
                  <a:lnTo>
                    <a:pt x="0" y="0"/>
                  </a:lnTo>
                  <a:lnTo>
                    <a:pt x="376113" y="0"/>
                  </a:lnTo>
                  <a:lnTo>
                    <a:pt x="376113" y="42386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5168358" y="6095238"/>
              <a:ext cx="1176952" cy="438150"/>
            </a:xfrm>
            <a:custGeom>
              <a:avLst/>
              <a:gdLst/>
              <a:ahLst/>
              <a:cxnLst/>
              <a:rect l="l" t="t" r="r" b="b"/>
              <a:pathLst>
                <a:path w="1176952" h="438150">
                  <a:moveTo>
                    <a:pt x="1176952" y="219075"/>
                  </a:moveTo>
                  <a:lnTo>
                    <a:pt x="1165645" y="176336"/>
                  </a:lnTo>
                  <a:lnTo>
                    <a:pt x="1132157" y="135239"/>
                  </a:lnTo>
                  <a:lnTo>
                    <a:pt x="1077776" y="97363"/>
                  </a:lnTo>
                  <a:lnTo>
                    <a:pt x="1004592" y="64166"/>
                  </a:lnTo>
                  <a:lnTo>
                    <a:pt x="915416" y="36921"/>
                  </a:lnTo>
                  <a:lnTo>
                    <a:pt x="813676" y="16676"/>
                  </a:lnTo>
                  <a:lnTo>
                    <a:pt x="703282" y="4209"/>
                  </a:lnTo>
                  <a:lnTo>
                    <a:pt x="588476" y="0"/>
                  </a:lnTo>
                  <a:lnTo>
                    <a:pt x="473670" y="4209"/>
                  </a:lnTo>
                  <a:lnTo>
                    <a:pt x="363276" y="16676"/>
                  </a:lnTo>
                  <a:lnTo>
                    <a:pt x="261536" y="36921"/>
                  </a:lnTo>
                  <a:lnTo>
                    <a:pt x="172360" y="64166"/>
                  </a:lnTo>
                  <a:lnTo>
                    <a:pt x="99176" y="97363"/>
                  </a:lnTo>
                  <a:lnTo>
                    <a:pt x="44795" y="135239"/>
                  </a:lnTo>
                  <a:lnTo>
                    <a:pt x="11307" y="176336"/>
                  </a:lnTo>
                  <a:lnTo>
                    <a:pt x="0" y="219075"/>
                  </a:lnTo>
                  <a:lnTo>
                    <a:pt x="11307" y="261814"/>
                  </a:lnTo>
                  <a:lnTo>
                    <a:pt x="44795" y="302911"/>
                  </a:lnTo>
                  <a:lnTo>
                    <a:pt x="99176" y="340787"/>
                  </a:lnTo>
                  <a:lnTo>
                    <a:pt x="172360" y="373984"/>
                  </a:lnTo>
                  <a:lnTo>
                    <a:pt x="261536" y="401229"/>
                  </a:lnTo>
                  <a:lnTo>
                    <a:pt x="363276" y="421474"/>
                  </a:lnTo>
                  <a:lnTo>
                    <a:pt x="473670" y="433941"/>
                  </a:lnTo>
                  <a:lnTo>
                    <a:pt x="588476" y="438150"/>
                  </a:lnTo>
                  <a:lnTo>
                    <a:pt x="703282" y="433941"/>
                  </a:lnTo>
                  <a:lnTo>
                    <a:pt x="813676" y="421474"/>
                  </a:lnTo>
                  <a:lnTo>
                    <a:pt x="915416" y="401229"/>
                  </a:lnTo>
                  <a:lnTo>
                    <a:pt x="1004592" y="373984"/>
                  </a:lnTo>
                  <a:lnTo>
                    <a:pt x="1077776" y="340787"/>
                  </a:lnTo>
                  <a:lnTo>
                    <a:pt x="1132157" y="302911"/>
                  </a:lnTo>
                  <a:lnTo>
                    <a:pt x="1165645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-358203" y="6657213"/>
              <a:ext cx="486133" cy="219075"/>
            </a:xfrm>
            <a:custGeom>
              <a:avLst/>
              <a:gdLst/>
              <a:ahLst/>
              <a:cxnLst/>
              <a:rect l="l" t="t" r="r" b="b"/>
              <a:pathLst>
                <a:path w="486133" h="219075">
                  <a:moveTo>
                    <a:pt x="0" y="219075"/>
                  </a:moveTo>
                  <a:lnTo>
                    <a:pt x="0" y="0"/>
                  </a:lnTo>
                  <a:lnTo>
                    <a:pt x="486133" y="0"/>
                  </a:lnTo>
                  <a:lnTo>
                    <a:pt x="486133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27930" y="6304788"/>
              <a:ext cx="358203" cy="571500"/>
            </a:xfrm>
            <a:custGeom>
              <a:avLst/>
              <a:gdLst/>
              <a:ahLst/>
              <a:cxnLst/>
              <a:rect l="l" t="t" r="r" b="b"/>
              <a:pathLst>
                <a:path w="358203" h="571500">
                  <a:moveTo>
                    <a:pt x="0" y="571500"/>
                  </a:moveTo>
                  <a:lnTo>
                    <a:pt x="0" y="0"/>
                  </a:lnTo>
                  <a:lnTo>
                    <a:pt x="358203" y="0"/>
                  </a:lnTo>
                  <a:lnTo>
                    <a:pt x="358203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79102" y="6228588"/>
              <a:ext cx="255859" cy="647700"/>
            </a:xfrm>
            <a:custGeom>
              <a:avLst/>
              <a:gdLst/>
              <a:ahLst/>
              <a:cxnLst/>
              <a:rect l="l" t="t" r="r" b="b"/>
              <a:pathLst>
                <a:path w="255859" h="647700">
                  <a:moveTo>
                    <a:pt x="0" y="647700"/>
                  </a:moveTo>
                  <a:lnTo>
                    <a:pt x="0" y="0"/>
                  </a:lnTo>
                  <a:lnTo>
                    <a:pt x="255859" y="0"/>
                  </a:lnTo>
                  <a:lnTo>
                    <a:pt x="255859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486133" y="6685788"/>
              <a:ext cx="281445" cy="190500"/>
            </a:xfrm>
            <a:custGeom>
              <a:avLst/>
              <a:gdLst/>
              <a:ahLst/>
              <a:cxnLst/>
              <a:rect l="l" t="t" r="r" b="b"/>
              <a:pathLst>
                <a:path w="281445" h="190500">
                  <a:moveTo>
                    <a:pt x="0" y="190500"/>
                  </a:moveTo>
                  <a:lnTo>
                    <a:pt x="0" y="0"/>
                  </a:lnTo>
                  <a:lnTo>
                    <a:pt x="281445" y="0"/>
                  </a:lnTo>
                  <a:lnTo>
                    <a:pt x="281445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87842" y="6114288"/>
              <a:ext cx="38379" cy="114300"/>
            </a:xfrm>
            <a:custGeom>
              <a:avLst/>
              <a:gdLst/>
              <a:ahLst/>
              <a:cxnLst/>
              <a:rect l="l" t="t" r="r" b="b"/>
              <a:pathLst>
                <a:path w="38379" h="114300">
                  <a:moveTo>
                    <a:pt x="0" y="114300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767578" y="6714363"/>
              <a:ext cx="3582030" cy="161925"/>
            </a:xfrm>
            <a:custGeom>
              <a:avLst/>
              <a:gdLst/>
              <a:ahLst/>
              <a:cxnLst/>
              <a:rect l="l" t="t" r="r" b="b"/>
              <a:pathLst>
                <a:path w="3582030" h="161925">
                  <a:moveTo>
                    <a:pt x="0" y="161925"/>
                  </a:moveTo>
                  <a:lnTo>
                    <a:pt x="0" y="0"/>
                  </a:lnTo>
                  <a:lnTo>
                    <a:pt x="3582030" y="0"/>
                  </a:lnTo>
                  <a:lnTo>
                    <a:pt x="358203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921093" y="6438138"/>
              <a:ext cx="434961" cy="438150"/>
            </a:xfrm>
            <a:custGeom>
              <a:avLst/>
              <a:gdLst/>
              <a:ahLst/>
              <a:cxnLst/>
              <a:rect l="l" t="t" r="r" b="b"/>
              <a:pathLst>
                <a:path w="434961" h="438150">
                  <a:moveTo>
                    <a:pt x="0" y="4381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921093" y="6404800"/>
              <a:ext cx="434961" cy="33338"/>
            </a:xfrm>
            <a:custGeom>
              <a:avLst/>
              <a:gdLst/>
              <a:ahLst/>
              <a:cxnLst/>
              <a:rect l="l" t="t" r="r" b="b"/>
              <a:pathLst>
                <a:path w="434961" h="33338">
                  <a:moveTo>
                    <a:pt x="0" y="33338"/>
                  </a:moveTo>
                  <a:lnTo>
                    <a:pt x="217481" y="0"/>
                  </a:lnTo>
                  <a:lnTo>
                    <a:pt x="434961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3889061" y="6438138"/>
              <a:ext cx="434961" cy="438150"/>
            </a:xfrm>
            <a:custGeom>
              <a:avLst/>
              <a:gdLst/>
              <a:ahLst/>
              <a:cxnLst/>
              <a:rect l="l" t="t" r="r" b="b"/>
              <a:pathLst>
                <a:path w="434961" h="438150">
                  <a:moveTo>
                    <a:pt x="0" y="4381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89061" y="6404800"/>
              <a:ext cx="434961" cy="33338"/>
            </a:xfrm>
            <a:custGeom>
              <a:avLst/>
              <a:gdLst/>
              <a:ahLst/>
              <a:cxnLst/>
              <a:rect l="l" t="t" r="r" b="b"/>
              <a:pathLst>
                <a:path w="434961" h="33338">
                  <a:moveTo>
                    <a:pt x="0" y="33338"/>
                  </a:moveTo>
                  <a:lnTo>
                    <a:pt x="217481" y="0"/>
                  </a:lnTo>
                  <a:lnTo>
                    <a:pt x="434961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432812" y="6314313"/>
              <a:ext cx="767578" cy="561975"/>
            </a:xfrm>
            <a:custGeom>
              <a:avLst/>
              <a:gdLst/>
              <a:ahLst/>
              <a:cxnLst/>
              <a:rect l="l" t="t" r="r" b="b"/>
              <a:pathLst>
                <a:path w="767578" h="561975">
                  <a:moveTo>
                    <a:pt x="0" y="561975"/>
                  </a:moveTo>
                  <a:lnTo>
                    <a:pt x="0" y="0"/>
                  </a:lnTo>
                  <a:lnTo>
                    <a:pt x="767578" y="0"/>
                  </a:lnTo>
                  <a:lnTo>
                    <a:pt x="767578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3019140" y="6314313"/>
              <a:ext cx="793163" cy="561975"/>
            </a:xfrm>
            <a:custGeom>
              <a:avLst/>
              <a:gdLst/>
              <a:ahLst/>
              <a:cxnLst/>
              <a:rect l="l" t="t" r="r" b="b"/>
              <a:pathLst>
                <a:path w="793163" h="561975">
                  <a:moveTo>
                    <a:pt x="0" y="561975"/>
                  </a:moveTo>
                  <a:lnTo>
                    <a:pt x="0" y="0"/>
                  </a:lnTo>
                  <a:lnTo>
                    <a:pt x="793163" y="0"/>
                  </a:lnTo>
                  <a:lnTo>
                    <a:pt x="793163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2149218" y="6114288"/>
              <a:ext cx="921093" cy="762000"/>
            </a:xfrm>
            <a:custGeom>
              <a:avLst/>
              <a:gdLst/>
              <a:ahLst/>
              <a:cxnLst/>
              <a:rect l="l" t="t" r="r" b="b"/>
              <a:pathLst>
                <a:path w="921093" h="762000">
                  <a:moveTo>
                    <a:pt x="0" y="762000"/>
                  </a:moveTo>
                  <a:lnTo>
                    <a:pt x="0" y="47625"/>
                  </a:lnTo>
                  <a:lnTo>
                    <a:pt x="127930" y="0"/>
                  </a:lnTo>
                  <a:lnTo>
                    <a:pt x="793164" y="0"/>
                  </a:lnTo>
                  <a:lnTo>
                    <a:pt x="921093" y="47625"/>
                  </a:lnTo>
                  <a:lnTo>
                    <a:pt x="921093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4656639" y="6833426"/>
              <a:ext cx="2200390" cy="42862"/>
            </a:xfrm>
            <a:custGeom>
              <a:avLst/>
              <a:gdLst/>
              <a:ahLst/>
              <a:cxnLst/>
              <a:rect l="l" t="t" r="r" b="b"/>
              <a:pathLst>
                <a:path w="2200390" h="42862">
                  <a:moveTo>
                    <a:pt x="0" y="42862"/>
                  </a:moveTo>
                  <a:lnTo>
                    <a:pt x="0" y="0"/>
                  </a:lnTo>
                  <a:lnTo>
                    <a:pt x="2200390" y="0"/>
                  </a:lnTo>
                  <a:lnTo>
                    <a:pt x="2200390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4835741" y="6790563"/>
              <a:ext cx="1842186" cy="85725"/>
            </a:xfrm>
            <a:custGeom>
              <a:avLst/>
              <a:gdLst/>
              <a:ahLst/>
              <a:cxnLst/>
              <a:rect l="l" t="t" r="r" b="b"/>
              <a:pathLst>
                <a:path w="1842186" h="85725">
                  <a:moveTo>
                    <a:pt x="0" y="85725"/>
                  </a:moveTo>
                  <a:lnTo>
                    <a:pt x="0" y="0"/>
                  </a:lnTo>
                  <a:lnTo>
                    <a:pt x="1842186" y="0"/>
                  </a:lnTo>
                  <a:lnTo>
                    <a:pt x="1842186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4989256" y="6476238"/>
              <a:ext cx="140723" cy="314325"/>
            </a:xfrm>
            <a:custGeom>
              <a:avLst/>
              <a:gdLst/>
              <a:ahLst/>
              <a:cxnLst/>
              <a:rect l="l" t="t" r="r" b="b"/>
              <a:pathLst>
                <a:path w="140723" h="314325">
                  <a:moveTo>
                    <a:pt x="0" y="314325"/>
                  </a:moveTo>
                  <a:lnTo>
                    <a:pt x="0" y="0"/>
                  </a:lnTo>
                  <a:lnTo>
                    <a:pt x="140723" y="0"/>
                  </a:lnTo>
                  <a:lnTo>
                    <a:pt x="140723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5245115" y="6361938"/>
              <a:ext cx="153516" cy="428625"/>
            </a:xfrm>
            <a:custGeom>
              <a:avLst/>
              <a:gdLst/>
              <a:ahLst/>
              <a:cxnLst/>
              <a:rect l="l" t="t" r="r" b="b"/>
              <a:pathLst>
                <a:path w="153516" h="428625">
                  <a:moveTo>
                    <a:pt x="0" y="428625"/>
                  </a:moveTo>
                  <a:lnTo>
                    <a:pt x="0" y="0"/>
                  </a:lnTo>
                  <a:lnTo>
                    <a:pt x="153516" y="0"/>
                  </a:lnTo>
                  <a:lnTo>
                    <a:pt x="15351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115037" y="6361938"/>
              <a:ext cx="153516" cy="428625"/>
            </a:xfrm>
            <a:custGeom>
              <a:avLst/>
              <a:gdLst/>
              <a:ahLst/>
              <a:cxnLst/>
              <a:rect l="l" t="t" r="r" b="b"/>
              <a:pathLst>
                <a:path w="153516" h="428625">
                  <a:moveTo>
                    <a:pt x="0" y="428625"/>
                  </a:moveTo>
                  <a:lnTo>
                    <a:pt x="0" y="0"/>
                  </a:lnTo>
                  <a:lnTo>
                    <a:pt x="153516" y="0"/>
                  </a:lnTo>
                  <a:lnTo>
                    <a:pt x="15351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6383689" y="6476238"/>
              <a:ext cx="140723" cy="314325"/>
            </a:xfrm>
            <a:custGeom>
              <a:avLst/>
              <a:gdLst/>
              <a:ahLst/>
              <a:cxnLst/>
              <a:rect l="l" t="t" r="r" b="b"/>
              <a:pathLst>
                <a:path w="140723" h="314325">
                  <a:moveTo>
                    <a:pt x="0" y="314325"/>
                  </a:moveTo>
                  <a:lnTo>
                    <a:pt x="0" y="0"/>
                  </a:lnTo>
                  <a:lnTo>
                    <a:pt x="140723" y="0"/>
                  </a:lnTo>
                  <a:lnTo>
                    <a:pt x="140723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5552147" y="6247638"/>
              <a:ext cx="76757" cy="542925"/>
            </a:xfrm>
            <a:custGeom>
              <a:avLst/>
              <a:gdLst/>
              <a:ahLst/>
              <a:cxnLst/>
              <a:rect l="l" t="t" r="r" b="b"/>
              <a:pathLst>
                <a:path w="76757" h="542925">
                  <a:moveTo>
                    <a:pt x="0" y="542925"/>
                  </a:moveTo>
                  <a:lnTo>
                    <a:pt x="0" y="0"/>
                  </a:lnTo>
                  <a:lnTo>
                    <a:pt x="76757" y="0"/>
                  </a:lnTo>
                  <a:lnTo>
                    <a:pt x="7675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5884764" y="6247638"/>
              <a:ext cx="76757" cy="542925"/>
            </a:xfrm>
            <a:custGeom>
              <a:avLst/>
              <a:gdLst/>
              <a:ahLst/>
              <a:cxnLst/>
              <a:rect l="l" t="t" r="r" b="b"/>
              <a:pathLst>
                <a:path w="76757" h="542925">
                  <a:moveTo>
                    <a:pt x="0" y="542925"/>
                  </a:moveTo>
                  <a:lnTo>
                    <a:pt x="0" y="0"/>
                  </a:lnTo>
                  <a:lnTo>
                    <a:pt x="76757" y="0"/>
                  </a:lnTo>
                  <a:lnTo>
                    <a:pt x="7675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5552147" y="6614350"/>
              <a:ext cx="409374" cy="14288"/>
            </a:xfrm>
            <a:custGeom>
              <a:avLst/>
              <a:gdLst/>
              <a:ahLst/>
              <a:cxnLst/>
              <a:rect l="l" t="t" r="r" b="b"/>
              <a:pathLst>
                <a:path w="409374" h="14288">
                  <a:moveTo>
                    <a:pt x="0" y="14288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5552147" y="6471476"/>
              <a:ext cx="409374" cy="14287"/>
            </a:xfrm>
            <a:custGeom>
              <a:avLst/>
              <a:gdLst/>
              <a:ahLst/>
              <a:cxnLst/>
              <a:rect l="l" t="t" r="r" b="b"/>
              <a:pathLst>
                <a:path w="409374" h="14287">
                  <a:moveTo>
                    <a:pt x="0" y="14287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5552147" y="6328600"/>
              <a:ext cx="409374" cy="14288"/>
            </a:xfrm>
            <a:custGeom>
              <a:avLst/>
              <a:gdLst/>
              <a:ahLst/>
              <a:cxnLst/>
              <a:rect l="l" t="t" r="r" b="b"/>
              <a:pathLst>
                <a:path w="409374" h="14288">
                  <a:moveTo>
                    <a:pt x="0" y="14288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5398631" y="6085713"/>
              <a:ext cx="562890" cy="180975"/>
            </a:xfrm>
            <a:custGeom>
              <a:avLst/>
              <a:gdLst/>
              <a:ahLst/>
              <a:cxnLst/>
              <a:rect l="l" t="t" r="r" b="b"/>
              <a:pathLst>
                <a:path w="562890" h="180975">
                  <a:moveTo>
                    <a:pt x="153516" y="180975"/>
                  </a:moveTo>
                  <a:lnTo>
                    <a:pt x="562890" y="180975"/>
                  </a:lnTo>
                  <a:lnTo>
                    <a:pt x="434961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383789" y="28575"/>
                  </a:lnTo>
                  <a:lnTo>
                    <a:pt x="486133" y="152400"/>
                  </a:lnTo>
                  <a:lnTo>
                    <a:pt x="15351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6857029" y="6742938"/>
              <a:ext cx="434961" cy="133350"/>
            </a:xfrm>
            <a:custGeom>
              <a:avLst/>
              <a:gdLst/>
              <a:ahLst/>
              <a:cxnLst/>
              <a:rect l="l" t="t" r="r" b="b"/>
              <a:pathLst>
                <a:path w="434961" h="133350">
                  <a:moveTo>
                    <a:pt x="0" y="1333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7036130" y="6523863"/>
              <a:ext cx="204688" cy="352425"/>
            </a:xfrm>
            <a:custGeom>
              <a:avLst/>
              <a:gdLst/>
              <a:ahLst/>
              <a:cxnLst/>
              <a:rect l="l" t="t" r="r" b="b"/>
              <a:pathLst>
                <a:path w="204688" h="352425">
                  <a:moveTo>
                    <a:pt x="0" y="352425"/>
                  </a:moveTo>
                  <a:lnTo>
                    <a:pt x="0" y="0"/>
                  </a:lnTo>
                  <a:lnTo>
                    <a:pt x="204688" y="0"/>
                  </a:lnTo>
                  <a:lnTo>
                    <a:pt x="204688" y="3524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8699216" y="6666738"/>
              <a:ext cx="204687" cy="209550"/>
            </a:xfrm>
            <a:custGeom>
              <a:avLst/>
              <a:gdLst/>
              <a:ahLst/>
              <a:cxnLst/>
              <a:rect l="l" t="t" r="r" b="b"/>
              <a:pathLst>
                <a:path w="204687" h="209550">
                  <a:moveTo>
                    <a:pt x="0" y="209550"/>
                  </a:moveTo>
                  <a:lnTo>
                    <a:pt x="0" y="0"/>
                  </a:lnTo>
                  <a:lnTo>
                    <a:pt x="204687" y="0"/>
                  </a:lnTo>
                  <a:lnTo>
                    <a:pt x="204687" y="209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7266404" y="6771513"/>
              <a:ext cx="1458398" cy="104775"/>
            </a:xfrm>
            <a:custGeom>
              <a:avLst/>
              <a:gdLst/>
              <a:ahLst/>
              <a:cxnLst/>
              <a:rect l="l" t="t" r="r" b="b"/>
              <a:pathLst>
                <a:path w="1458398" h="104775">
                  <a:moveTo>
                    <a:pt x="0" y="104775"/>
                  </a:moveTo>
                  <a:lnTo>
                    <a:pt x="0" y="0"/>
                  </a:lnTo>
                  <a:lnTo>
                    <a:pt x="1458398" y="0"/>
                  </a:lnTo>
                  <a:lnTo>
                    <a:pt x="1458398" y="1047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7419919" y="6380988"/>
              <a:ext cx="1151367" cy="390525"/>
            </a:xfrm>
            <a:custGeom>
              <a:avLst/>
              <a:gdLst/>
              <a:ahLst/>
              <a:cxnLst/>
              <a:rect l="l" t="t" r="r" b="b"/>
              <a:pathLst>
                <a:path w="1151367" h="390525">
                  <a:moveTo>
                    <a:pt x="0" y="390525"/>
                  </a:moveTo>
                  <a:lnTo>
                    <a:pt x="0" y="0"/>
                  </a:lnTo>
                  <a:lnTo>
                    <a:pt x="1151367" y="0"/>
                  </a:lnTo>
                  <a:lnTo>
                    <a:pt x="1151367" y="3905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355955" y="6342888"/>
              <a:ext cx="1279296" cy="38100"/>
            </a:xfrm>
            <a:custGeom>
              <a:avLst/>
              <a:gdLst/>
              <a:ahLst/>
              <a:cxnLst/>
              <a:rect l="l" t="t" r="r" b="b"/>
              <a:pathLst>
                <a:path w="1279296" h="38100">
                  <a:moveTo>
                    <a:pt x="0" y="38100"/>
                  </a:moveTo>
                  <a:lnTo>
                    <a:pt x="0" y="0"/>
                  </a:lnTo>
                  <a:lnTo>
                    <a:pt x="1279296" y="0"/>
                  </a:lnTo>
                  <a:lnTo>
                    <a:pt x="1279296" y="38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7976413" y="6285738"/>
              <a:ext cx="38379" cy="57150"/>
            </a:xfrm>
            <a:custGeom>
              <a:avLst/>
              <a:gdLst/>
              <a:ahLst/>
              <a:cxnLst/>
              <a:rect l="l" t="t" r="r" b="b"/>
              <a:pathLst>
                <a:path w="38379" h="57150">
                  <a:moveTo>
                    <a:pt x="0" y="57150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57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8929489" y="5857113"/>
              <a:ext cx="434961" cy="1019175"/>
            </a:xfrm>
            <a:custGeom>
              <a:avLst/>
              <a:gdLst/>
              <a:ahLst/>
              <a:cxnLst/>
              <a:rect l="l" t="t" r="r" b="b"/>
              <a:pathLst>
                <a:path w="434961" h="1019175">
                  <a:moveTo>
                    <a:pt x="0" y="1019175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10191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9127780" y="5695188"/>
              <a:ext cx="38379" cy="161925"/>
            </a:xfrm>
            <a:custGeom>
              <a:avLst/>
              <a:gdLst/>
              <a:ahLst/>
              <a:cxnLst/>
              <a:rect l="l" t="t" r="r" b="b"/>
              <a:pathLst>
                <a:path w="38379" h="161925">
                  <a:moveTo>
                    <a:pt x="0" y="161925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9441208" y="6076188"/>
              <a:ext cx="537304" cy="800100"/>
            </a:xfrm>
            <a:custGeom>
              <a:avLst/>
              <a:gdLst/>
              <a:ahLst/>
              <a:cxnLst/>
              <a:rect l="l" t="t" r="r" b="b"/>
              <a:pathLst>
                <a:path w="537304" h="800100">
                  <a:moveTo>
                    <a:pt x="0" y="800100"/>
                  </a:moveTo>
                  <a:lnTo>
                    <a:pt x="0" y="0"/>
                  </a:lnTo>
                  <a:lnTo>
                    <a:pt x="537304" y="0"/>
                  </a:lnTo>
                  <a:lnTo>
                    <a:pt x="537304" y="800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9543552" y="5980938"/>
              <a:ext cx="332617" cy="895350"/>
            </a:xfrm>
            <a:custGeom>
              <a:avLst/>
              <a:gdLst/>
              <a:ahLst/>
              <a:cxnLst/>
              <a:rect l="l" t="t" r="r" b="b"/>
              <a:pathLst>
                <a:path w="332617" h="895350">
                  <a:moveTo>
                    <a:pt x="0" y="895350"/>
                  </a:moveTo>
                  <a:lnTo>
                    <a:pt x="0" y="0"/>
                  </a:lnTo>
                  <a:lnTo>
                    <a:pt x="332617" y="0"/>
                  </a:lnTo>
                  <a:lnTo>
                    <a:pt x="332617" y="895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0055270" y="5971413"/>
              <a:ext cx="358203" cy="904875"/>
            </a:xfrm>
            <a:custGeom>
              <a:avLst/>
              <a:gdLst/>
              <a:ahLst/>
              <a:cxnLst/>
              <a:rect l="l" t="t" r="r" b="b"/>
              <a:pathLst>
                <a:path w="358203" h="904875">
                  <a:moveTo>
                    <a:pt x="0" y="904875"/>
                  </a:moveTo>
                  <a:lnTo>
                    <a:pt x="0" y="95250"/>
                  </a:lnTo>
                  <a:lnTo>
                    <a:pt x="358203" y="0"/>
                  </a:lnTo>
                  <a:lnTo>
                    <a:pt x="358203" y="9048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10490231" y="6180963"/>
              <a:ext cx="562890" cy="695325"/>
            </a:xfrm>
            <a:custGeom>
              <a:avLst/>
              <a:gdLst/>
              <a:ahLst/>
              <a:cxnLst/>
              <a:rect l="l" t="t" r="r" b="b"/>
              <a:pathLst>
                <a:path w="562890" h="695325">
                  <a:moveTo>
                    <a:pt x="0" y="695325"/>
                  </a:moveTo>
                  <a:lnTo>
                    <a:pt x="0" y="0"/>
                  </a:lnTo>
                  <a:lnTo>
                    <a:pt x="562890" y="0"/>
                  </a:lnTo>
                  <a:lnTo>
                    <a:pt x="562890" y="695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11129879" y="5752338"/>
              <a:ext cx="537305" cy="1123950"/>
            </a:xfrm>
            <a:custGeom>
              <a:avLst/>
              <a:gdLst/>
              <a:ahLst/>
              <a:cxnLst/>
              <a:rect l="l" t="t" r="r" b="b"/>
              <a:pathLst>
                <a:path w="537305" h="1123950">
                  <a:moveTo>
                    <a:pt x="0" y="1123950"/>
                  </a:moveTo>
                  <a:lnTo>
                    <a:pt x="0" y="0"/>
                  </a:lnTo>
                  <a:lnTo>
                    <a:pt x="537305" y="0"/>
                  </a:lnTo>
                  <a:lnTo>
                    <a:pt x="537305" y="11239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11206637" y="5618988"/>
              <a:ext cx="383789" cy="133350"/>
            </a:xfrm>
            <a:custGeom>
              <a:avLst/>
              <a:gdLst/>
              <a:ahLst/>
              <a:cxnLst/>
              <a:rect l="l" t="t" r="r" b="b"/>
              <a:pathLst>
                <a:path w="383789" h="133350">
                  <a:moveTo>
                    <a:pt x="0" y="133350"/>
                  </a:moveTo>
                  <a:lnTo>
                    <a:pt x="0" y="66675"/>
                  </a:lnTo>
                  <a:lnTo>
                    <a:pt x="191894" y="0"/>
                  </a:lnTo>
                  <a:lnTo>
                    <a:pt x="383789" y="66675"/>
                  </a:lnTo>
                  <a:lnTo>
                    <a:pt x="383789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11743941" y="6285738"/>
              <a:ext cx="447754" cy="590550"/>
            </a:xfrm>
            <a:custGeom>
              <a:avLst/>
              <a:gdLst/>
              <a:ahLst/>
              <a:cxnLst/>
              <a:rect l="l" t="t" r="r" b="b"/>
              <a:pathLst>
                <a:path w="447754" h="590550">
                  <a:moveTo>
                    <a:pt x="0" y="590550"/>
                  </a:moveTo>
                  <a:lnTo>
                    <a:pt x="0" y="0"/>
                  </a:lnTo>
                  <a:lnTo>
                    <a:pt x="447754" y="0"/>
                  </a:lnTo>
                  <a:lnTo>
                    <a:pt x="447754" y="590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Label pill"/>
          <p:cNvSpPr/>
          <p:nvPr/>
        </p:nvSpPr>
        <p:spPr>
          <a:xfrm>
            <a:off x="457200" y="292608"/>
            <a:ext cx="18882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06 / 14  ·  Joyti</a:t>
            </a:r>
          </a:p>
        </p:txBody>
      </p:sp>
      <p:sp>
        <p:nvSpPr>
          <p:cNvPr id="61" name="Label pill"/>
          <p:cNvSpPr/>
          <p:nvPr/>
        </p:nvSpPr>
        <p:spPr>
          <a:xfrm>
            <a:off x="8543239" y="292608"/>
            <a:ext cx="319125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Citizen API  ·  Feed  ·  F4 chat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749808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0" spc="-150">
                <a:solidFill>
                  <a:srgbClr val="101C2E"/>
                </a:solidFill>
                <a:latin typeface="Bricolage Grotesque ExtraBold"/>
              </a:rPr>
              <a:t>JOYTI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1719072"/>
            <a:ext cx="7498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C3E57"/>
                </a:solidFill>
                <a:latin typeface="Figtree"/>
              </a:rPr>
              <a:t>Citizen reporting backend and the citizen screens</a:t>
            </a:r>
          </a:p>
        </p:txBody>
      </p:sp>
      <p:sp>
        <p:nvSpPr>
          <p:cNvPr id="65" name="Features I built panel"/>
          <p:cNvSpPr/>
          <p:nvPr/>
        </p:nvSpPr>
        <p:spPr>
          <a:xfrm>
            <a:off x="502920" y="2194560"/>
            <a:ext cx="7360920" cy="3611880"/>
          </a:xfrm>
          <a:prstGeom prst="roundRect">
            <a:avLst>
              <a:gd name="adj" fmla="val 5000"/>
            </a:avLst>
          </a:prstGeom>
          <a:solidFill>
            <a:srgbClr val="10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A9C8E8"/>
                </a:solidFill>
                <a:latin typeface="Figtree"/>
              </a:rPr>
              <a:t>FEATURES I BUILT</a:t>
            </a:r>
          </a:p>
        </p:txBody>
      </p:sp>
      <p:grpSp>
        <p:nvGrpSpPr>
          <p:cNvPr id="67" name="Building blocks"/>
          <p:cNvGrpSpPr/>
          <p:nvPr/>
        </p:nvGrpSpPr>
        <p:grpSpPr>
          <a:xfrm>
            <a:off x="6537960" y="1865376"/>
            <a:ext cx="996696" cy="768096"/>
            <a:chOff x="6537960" y="1865376"/>
            <a:chExt cx="996696" cy="768096"/>
          </a:xfrm>
        </p:grpSpPr>
        <p:sp>
          <p:nvSpPr>
            <p:cNvPr id="68" name="Rectangle 67"/>
            <p:cNvSpPr/>
            <p:nvPr/>
          </p:nvSpPr>
          <p:spPr>
            <a:xfrm>
              <a:off x="6537960" y="2377440"/>
              <a:ext cx="128016" cy="256032"/>
            </a:xfrm>
            <a:prstGeom prst="rect">
              <a:avLst/>
            </a:pr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Rectangle 68"/>
            <p:cNvSpPr/>
            <p:nvPr/>
          </p:nvSpPr>
          <p:spPr>
            <a:xfrm>
              <a:off x="6711696" y="2249424"/>
              <a:ext cx="128016" cy="384048"/>
            </a:xfrm>
            <a:prstGeom prst="rect">
              <a:avLst/>
            </a:pr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0" name="Rectangle 69"/>
            <p:cNvSpPr/>
            <p:nvPr/>
          </p:nvSpPr>
          <p:spPr>
            <a:xfrm>
              <a:off x="6885432" y="1993392"/>
              <a:ext cx="128016" cy="640080"/>
            </a:xfrm>
            <a:prstGeom prst="rect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1" name="Rectangle 70"/>
            <p:cNvSpPr/>
            <p:nvPr/>
          </p:nvSpPr>
          <p:spPr>
            <a:xfrm>
              <a:off x="7059168" y="2121408"/>
              <a:ext cx="128016" cy="512064"/>
            </a:xfrm>
            <a:prstGeom prst="rect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2" name="Rectangle 71"/>
            <p:cNvSpPr/>
            <p:nvPr/>
          </p:nvSpPr>
          <p:spPr>
            <a:xfrm>
              <a:off x="7232904" y="1865376"/>
              <a:ext cx="128016" cy="768096"/>
            </a:xfrm>
            <a:prstGeom prst="rect">
              <a:avLst/>
            </a:pr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3" name="Rectangle 72"/>
            <p:cNvSpPr/>
            <p:nvPr/>
          </p:nvSpPr>
          <p:spPr>
            <a:xfrm>
              <a:off x="7406640" y="2249424"/>
              <a:ext cx="128016" cy="384048"/>
            </a:xfrm>
            <a:prstGeom prst="rect">
              <a:avLst/>
            </a:pr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74" name="Feature card: Report form"/>
          <p:cNvSpPr/>
          <p:nvPr/>
        </p:nvSpPr>
        <p:spPr>
          <a:xfrm>
            <a:off x="777240" y="272491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923544" y="28803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216152" y="281635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Report form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3544" y="312724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ReportForm, LocationPicker · POST /api/citizen/reports</a:t>
            </a:r>
          </a:p>
        </p:txBody>
      </p:sp>
      <p:sp>
        <p:nvSpPr>
          <p:cNvPr id="78" name="Feature card: My reports API"/>
          <p:cNvSpPr/>
          <p:nvPr/>
        </p:nvSpPr>
        <p:spPr>
          <a:xfrm>
            <a:off x="4251960" y="272491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4398264" y="28803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90872" y="281635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My reports API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98264" y="312724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GET, PATCH, DELETE /citizen/reports/:id</a:t>
            </a:r>
          </a:p>
        </p:txBody>
      </p:sp>
      <p:sp>
        <p:nvSpPr>
          <p:cNvPr id="82" name="Feature card: Issue Feed + votes"/>
          <p:cNvSpPr/>
          <p:nvPr/>
        </p:nvSpPr>
        <p:spPr>
          <a:xfrm>
            <a:off x="777240" y="373075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923544" y="38862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B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216152" y="38221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Issue Feed + votes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3544" y="41330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/feed · FeedCard, FeedFilters · /reports/:id/vote</a:t>
            </a:r>
          </a:p>
        </p:txBody>
      </p:sp>
      <p:sp>
        <p:nvSpPr>
          <p:cNvPr id="86" name="Feature card: Points, levels, alerts"/>
          <p:cNvSpPr/>
          <p:nvPr/>
        </p:nvSpPr>
        <p:spPr>
          <a:xfrm>
            <a:off x="4251960" y="373075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4398264" y="38862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9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4690872" y="38221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Points, levels, alerts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98264" y="41330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LevelCard · /citizen/me, /points/earn, /alerts</a:t>
            </a:r>
          </a:p>
        </p:txBody>
      </p:sp>
      <p:sp>
        <p:nvSpPr>
          <p:cNvPr id="90" name="Feature card: F4 help chat"/>
          <p:cNvSpPr/>
          <p:nvPr/>
        </p:nvSpPr>
        <p:spPr>
          <a:xfrm>
            <a:off x="777240" y="473659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923544" y="4892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1216152" y="48280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F4 help chat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3544" y="51389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ChatWidget · POST /citizen/chat · gemini.service</a:t>
            </a:r>
          </a:p>
        </p:txBody>
      </p:sp>
      <p:sp>
        <p:nvSpPr>
          <p:cNvPr id="94" name="Feature card: Reopen + F5 weekly"/>
          <p:cNvSpPr/>
          <p:nvPr/>
        </p:nvSpPr>
        <p:spPr>
          <a:xfrm>
            <a:off x="4251960" y="473659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4398264" y="4892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C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690872" y="48280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Reopen + F5 weekly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98264" y="51389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OwnerReopen · WeeklySummaryCard · /summary/weekly</a:t>
            </a:r>
          </a:p>
        </p:txBody>
      </p:sp>
      <p:grpSp>
        <p:nvGrpSpPr>
          <p:cNvPr id="98" name="Screenshot placeholder (browser): report submission form"/>
          <p:cNvGrpSpPr/>
          <p:nvPr/>
        </p:nvGrpSpPr>
        <p:grpSpPr>
          <a:xfrm>
            <a:off x="8092440" y="2194560"/>
            <a:ext cx="3611880" cy="3611880"/>
            <a:chOff x="8092440" y="2194560"/>
            <a:chExt cx="3611880" cy="3611880"/>
          </a:xfrm>
        </p:grpSpPr>
        <p:sp>
          <p:nvSpPr>
            <p:cNvPr id="99" name="Rounded Rectangle 98"/>
            <p:cNvSpPr/>
            <p:nvPr/>
          </p:nvSpPr>
          <p:spPr>
            <a:xfrm>
              <a:off x="8092440" y="2194560"/>
              <a:ext cx="3611880" cy="36118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100" name="Connector 99"/>
            <p:cNvCxnSpPr/>
            <p:nvPr/>
          </p:nvCxnSpPr>
          <p:spPr>
            <a:xfrm>
              <a:off x="8110728" y="2578608"/>
              <a:ext cx="357530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/>
            <p:cNvSpPr/>
            <p:nvPr/>
          </p:nvSpPr>
          <p:spPr>
            <a:xfrm>
              <a:off x="8257032" y="233172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2" name="Oval 101"/>
            <p:cNvSpPr/>
            <p:nvPr/>
          </p:nvSpPr>
          <p:spPr>
            <a:xfrm>
              <a:off x="8439912" y="233172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3" name="Oval 102"/>
            <p:cNvSpPr/>
            <p:nvPr/>
          </p:nvSpPr>
          <p:spPr>
            <a:xfrm>
              <a:off x="8622792" y="233172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4" name="Rounded Rectangle 103"/>
            <p:cNvSpPr/>
            <p:nvPr/>
          </p:nvSpPr>
          <p:spPr>
            <a:xfrm>
              <a:off x="8869680" y="2267712"/>
              <a:ext cx="265176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/report</a:t>
              </a:r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9697212" y="36896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6" name="TextBox 105"/>
            <p:cNvSpPr txBox="1"/>
            <p:nvPr/>
          </p:nvSpPr>
          <p:spPr>
            <a:xfrm>
              <a:off x="8321040" y="4101084"/>
              <a:ext cx="315468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report submission form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135463" y="6309550"/>
              <a:ext cx="704409" cy="566738"/>
            </a:xfrm>
            <a:custGeom>
              <a:avLst/>
              <a:gdLst/>
              <a:ahLst/>
              <a:cxnLst/>
              <a:rect l="l" t="t" r="r" b="b"/>
              <a:pathLst>
                <a:path w="704409" h="566738">
                  <a:moveTo>
                    <a:pt x="0" y="56673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667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124345" y="6261926"/>
              <a:ext cx="406390" cy="614362"/>
            </a:xfrm>
            <a:custGeom>
              <a:avLst/>
              <a:gdLst/>
              <a:ahLst/>
              <a:cxnLst/>
              <a:rect l="l" t="t" r="r" b="b"/>
              <a:pathLst>
                <a:path w="406390" h="614362">
                  <a:moveTo>
                    <a:pt x="0" y="614362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6143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205623" y="6200013"/>
              <a:ext cx="243834" cy="676275"/>
            </a:xfrm>
            <a:custGeom>
              <a:avLst/>
              <a:gdLst/>
              <a:ahLst/>
              <a:cxnLst/>
              <a:rect l="l" t="t" r="r" b="b"/>
              <a:pathLst>
                <a:path w="243834" h="676275">
                  <a:moveTo>
                    <a:pt x="0" y="676275"/>
                  </a:moveTo>
                  <a:lnTo>
                    <a:pt x="0" y="0"/>
                  </a:lnTo>
                  <a:lnTo>
                    <a:pt x="243834" y="0"/>
                  </a:lnTo>
                  <a:lnTo>
                    <a:pt x="243834" y="676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1869393" y="6414326"/>
              <a:ext cx="419936" cy="461962"/>
            </a:xfrm>
            <a:custGeom>
              <a:avLst/>
              <a:gdLst/>
              <a:ahLst/>
              <a:cxnLst/>
              <a:rect l="l" t="t" r="r" b="b"/>
              <a:pathLst>
                <a:path w="419936" h="461962">
                  <a:moveTo>
                    <a:pt x="0" y="461962"/>
                  </a:moveTo>
                  <a:lnTo>
                    <a:pt x="0" y="0"/>
                  </a:lnTo>
                  <a:lnTo>
                    <a:pt x="419936" y="0"/>
                  </a:lnTo>
                  <a:lnTo>
                    <a:pt x="419936" y="4619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2478978" y="6395275"/>
              <a:ext cx="717955" cy="481013"/>
            </a:xfrm>
            <a:custGeom>
              <a:avLst/>
              <a:gdLst/>
              <a:ahLst/>
              <a:cxnLst/>
              <a:rect l="l" t="t" r="r" b="b"/>
              <a:pathLst>
                <a:path w="717955" h="481013">
                  <a:moveTo>
                    <a:pt x="0" y="481013"/>
                  </a:moveTo>
                  <a:lnTo>
                    <a:pt x="0" y="0"/>
                  </a:lnTo>
                  <a:lnTo>
                    <a:pt x="717955" y="0"/>
                  </a:lnTo>
                  <a:lnTo>
                    <a:pt x="717955" y="4810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622569" y="6276213"/>
              <a:ext cx="430773" cy="600075"/>
            </a:xfrm>
            <a:custGeom>
              <a:avLst/>
              <a:gdLst/>
              <a:ahLst/>
              <a:cxnLst/>
              <a:rect l="l" t="t" r="r" b="b"/>
              <a:pathLst>
                <a:path w="430773" h="600075">
                  <a:moveTo>
                    <a:pt x="0" y="600075"/>
                  </a:moveTo>
                  <a:lnTo>
                    <a:pt x="0" y="0"/>
                  </a:lnTo>
                  <a:lnTo>
                    <a:pt x="430773" y="0"/>
                  </a:lnTo>
                  <a:lnTo>
                    <a:pt x="430773" y="600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3359489" y="6271450"/>
              <a:ext cx="474122" cy="604838"/>
            </a:xfrm>
            <a:custGeom>
              <a:avLst/>
              <a:gdLst/>
              <a:ahLst/>
              <a:cxnLst/>
              <a:rect l="l" t="t" r="r" b="b"/>
              <a:pathLst>
                <a:path w="474122" h="604838">
                  <a:moveTo>
                    <a:pt x="0" y="604838"/>
                  </a:moveTo>
                  <a:lnTo>
                    <a:pt x="0" y="0"/>
                  </a:lnTo>
                  <a:lnTo>
                    <a:pt x="474122" y="0"/>
                  </a:lnTo>
                  <a:lnTo>
                    <a:pt x="474122" y="6048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3454314" y="6185726"/>
              <a:ext cx="284473" cy="690562"/>
            </a:xfrm>
            <a:custGeom>
              <a:avLst/>
              <a:gdLst/>
              <a:ahLst/>
              <a:cxnLst/>
              <a:rect l="l" t="t" r="r" b="b"/>
              <a:pathLst>
                <a:path w="284473" h="690562">
                  <a:moveTo>
                    <a:pt x="0" y="690562"/>
                  </a:moveTo>
                  <a:lnTo>
                    <a:pt x="0" y="0"/>
                  </a:lnTo>
                  <a:lnTo>
                    <a:pt x="284473" y="0"/>
                  </a:lnTo>
                  <a:lnTo>
                    <a:pt x="284473" y="6905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4023259" y="6280975"/>
              <a:ext cx="758595" cy="595313"/>
            </a:xfrm>
            <a:custGeom>
              <a:avLst/>
              <a:gdLst/>
              <a:ahLst/>
              <a:cxnLst/>
              <a:rect l="l" t="t" r="r" b="b"/>
              <a:pathLst>
                <a:path w="758595" h="595313">
                  <a:moveTo>
                    <a:pt x="0" y="595313"/>
                  </a:moveTo>
                  <a:lnTo>
                    <a:pt x="0" y="0"/>
                  </a:lnTo>
                  <a:lnTo>
                    <a:pt x="758595" y="0"/>
                  </a:lnTo>
                  <a:lnTo>
                    <a:pt x="758595" y="5953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025688" y="6290500"/>
              <a:ext cx="704409" cy="585788"/>
            </a:xfrm>
            <a:custGeom>
              <a:avLst/>
              <a:gdLst/>
              <a:ahLst/>
              <a:cxnLst/>
              <a:rect l="l" t="t" r="r" b="b"/>
              <a:pathLst>
                <a:path w="704409" h="585788">
                  <a:moveTo>
                    <a:pt x="0" y="58578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6028116" y="6404800"/>
              <a:ext cx="812780" cy="471488"/>
            </a:xfrm>
            <a:custGeom>
              <a:avLst/>
              <a:gdLst/>
              <a:ahLst/>
              <a:cxnLst/>
              <a:rect l="l" t="t" r="r" b="b"/>
              <a:pathLst>
                <a:path w="812780" h="471488">
                  <a:moveTo>
                    <a:pt x="0" y="471488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6190672" y="6333363"/>
              <a:ext cx="487668" cy="542925"/>
            </a:xfrm>
            <a:custGeom>
              <a:avLst/>
              <a:gdLst/>
              <a:ahLst/>
              <a:cxnLst/>
              <a:rect l="l" t="t" r="r" b="b"/>
              <a:pathLst>
                <a:path w="487668" h="542925">
                  <a:moveTo>
                    <a:pt x="0" y="542925"/>
                  </a:moveTo>
                  <a:lnTo>
                    <a:pt x="0" y="0"/>
                  </a:lnTo>
                  <a:lnTo>
                    <a:pt x="487668" y="0"/>
                  </a:lnTo>
                  <a:lnTo>
                    <a:pt x="48766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159746" y="6319076"/>
              <a:ext cx="636677" cy="557212"/>
            </a:xfrm>
            <a:custGeom>
              <a:avLst/>
              <a:gdLst/>
              <a:ahLst/>
              <a:cxnLst/>
              <a:rect l="l" t="t" r="r" b="b"/>
              <a:pathLst>
                <a:path w="636677" h="557212">
                  <a:moveTo>
                    <a:pt x="0" y="557212"/>
                  </a:moveTo>
                  <a:lnTo>
                    <a:pt x="0" y="0"/>
                  </a:lnTo>
                  <a:lnTo>
                    <a:pt x="636677" y="0"/>
                  </a:lnTo>
                  <a:lnTo>
                    <a:pt x="636677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0620321" y="6095238"/>
              <a:ext cx="1246262" cy="438150"/>
            </a:xfrm>
            <a:custGeom>
              <a:avLst/>
              <a:gdLst/>
              <a:ahLst/>
              <a:cxnLst/>
              <a:rect l="l" t="t" r="r" b="b"/>
              <a:pathLst>
                <a:path w="1246262" h="438150">
                  <a:moveTo>
                    <a:pt x="1246262" y="219075"/>
                  </a:moveTo>
                  <a:lnTo>
                    <a:pt x="1234289" y="176336"/>
                  </a:lnTo>
                  <a:lnTo>
                    <a:pt x="1198829" y="135239"/>
                  </a:lnTo>
                  <a:lnTo>
                    <a:pt x="1141246" y="97363"/>
                  </a:lnTo>
                  <a:lnTo>
                    <a:pt x="1063751" y="64166"/>
                  </a:lnTo>
                  <a:lnTo>
                    <a:pt x="969324" y="36921"/>
                  </a:lnTo>
                  <a:lnTo>
                    <a:pt x="861593" y="16676"/>
                  </a:lnTo>
                  <a:lnTo>
                    <a:pt x="744698" y="4209"/>
                  </a:lnTo>
                  <a:lnTo>
                    <a:pt x="623131" y="0"/>
                  </a:lnTo>
                  <a:lnTo>
                    <a:pt x="501564" y="4209"/>
                  </a:lnTo>
                  <a:lnTo>
                    <a:pt x="384669" y="16676"/>
                  </a:lnTo>
                  <a:lnTo>
                    <a:pt x="276938" y="36921"/>
                  </a:lnTo>
                  <a:lnTo>
                    <a:pt x="182511" y="64166"/>
                  </a:lnTo>
                  <a:lnTo>
                    <a:pt x="105017" y="97363"/>
                  </a:lnTo>
                  <a:lnTo>
                    <a:pt x="47433" y="135239"/>
                  </a:lnTo>
                  <a:lnTo>
                    <a:pt x="11973" y="176336"/>
                  </a:lnTo>
                  <a:lnTo>
                    <a:pt x="0" y="219075"/>
                  </a:lnTo>
                  <a:lnTo>
                    <a:pt x="11973" y="261814"/>
                  </a:lnTo>
                  <a:lnTo>
                    <a:pt x="47433" y="302911"/>
                  </a:lnTo>
                  <a:lnTo>
                    <a:pt x="105017" y="340787"/>
                  </a:lnTo>
                  <a:lnTo>
                    <a:pt x="182511" y="373984"/>
                  </a:lnTo>
                  <a:lnTo>
                    <a:pt x="276938" y="401229"/>
                  </a:lnTo>
                  <a:lnTo>
                    <a:pt x="384669" y="421474"/>
                  </a:lnTo>
                  <a:lnTo>
                    <a:pt x="501564" y="433941"/>
                  </a:lnTo>
                  <a:lnTo>
                    <a:pt x="623131" y="438150"/>
                  </a:lnTo>
                  <a:lnTo>
                    <a:pt x="744698" y="433941"/>
                  </a:lnTo>
                  <a:lnTo>
                    <a:pt x="861593" y="421474"/>
                  </a:lnTo>
                  <a:lnTo>
                    <a:pt x="969324" y="401229"/>
                  </a:lnTo>
                  <a:lnTo>
                    <a:pt x="1063751" y="373984"/>
                  </a:lnTo>
                  <a:lnTo>
                    <a:pt x="1141246" y="340787"/>
                  </a:lnTo>
                  <a:lnTo>
                    <a:pt x="1198829" y="302911"/>
                  </a:lnTo>
                  <a:lnTo>
                    <a:pt x="1234289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406390" y="6628638"/>
              <a:ext cx="3657508" cy="247650"/>
            </a:xfrm>
            <a:custGeom>
              <a:avLst/>
              <a:gdLst/>
              <a:ahLst/>
              <a:cxnLst/>
              <a:rect l="l" t="t" r="r" b="b"/>
              <a:pathLst>
                <a:path w="3657508" h="247650">
                  <a:moveTo>
                    <a:pt x="0" y="247650"/>
                  </a:moveTo>
                  <a:lnTo>
                    <a:pt x="0" y="0"/>
                  </a:lnTo>
                  <a:lnTo>
                    <a:pt x="3657508" y="0"/>
                  </a:lnTo>
                  <a:lnTo>
                    <a:pt x="3657508" y="2476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541853" y="6600063"/>
              <a:ext cx="3386582" cy="276225"/>
            </a:xfrm>
            <a:custGeom>
              <a:avLst/>
              <a:gdLst/>
              <a:ahLst/>
              <a:cxnLst/>
              <a:rect l="l" t="t" r="r" b="b"/>
              <a:pathLst>
                <a:path w="3386582" h="276225">
                  <a:moveTo>
                    <a:pt x="0" y="276225"/>
                  </a:moveTo>
                  <a:lnTo>
                    <a:pt x="0" y="0"/>
                  </a:lnTo>
                  <a:lnTo>
                    <a:pt x="3386582" y="0"/>
                  </a:lnTo>
                  <a:lnTo>
                    <a:pt x="3386582" y="2762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788115" y="6466713"/>
              <a:ext cx="1029521" cy="409575"/>
            </a:xfrm>
            <a:custGeom>
              <a:avLst/>
              <a:gdLst/>
              <a:ahLst/>
              <a:cxnLst/>
              <a:rect l="l" t="t" r="r" b="b"/>
              <a:pathLst>
                <a:path w="1029521" h="409575">
                  <a:moveTo>
                    <a:pt x="0" y="409575"/>
                  </a:moveTo>
                  <a:lnTo>
                    <a:pt x="0" y="0"/>
                  </a:lnTo>
                  <a:lnTo>
                    <a:pt x="1029521" y="0"/>
                  </a:lnTo>
                  <a:lnTo>
                    <a:pt x="1029521" y="4095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2031949" y="6380988"/>
              <a:ext cx="541853" cy="495300"/>
            </a:xfrm>
            <a:custGeom>
              <a:avLst/>
              <a:gdLst/>
              <a:ahLst/>
              <a:cxnLst/>
              <a:rect l="l" t="t" r="r" b="b"/>
              <a:pathLst>
                <a:path w="541853" h="495300">
                  <a:moveTo>
                    <a:pt x="0" y="495300"/>
                  </a:moveTo>
                  <a:lnTo>
                    <a:pt x="0" y="0"/>
                  </a:lnTo>
                  <a:lnTo>
                    <a:pt x="541853" y="0"/>
                  </a:lnTo>
                  <a:lnTo>
                    <a:pt x="541853" y="495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2041161" y="6190488"/>
              <a:ext cx="523430" cy="190500"/>
            </a:xfrm>
            <a:custGeom>
              <a:avLst/>
              <a:gdLst/>
              <a:ahLst/>
              <a:cxnLst/>
              <a:rect l="l" t="t" r="r" b="b"/>
              <a:pathLst>
                <a:path w="523430" h="190500">
                  <a:moveTo>
                    <a:pt x="0" y="190500"/>
                  </a:moveTo>
                  <a:lnTo>
                    <a:pt x="164461" y="190500"/>
                  </a:lnTo>
                  <a:lnTo>
                    <a:pt x="110267" y="172783"/>
                  </a:lnTo>
                  <a:lnTo>
                    <a:pt x="70556" y="157440"/>
                  </a:lnTo>
                  <a:lnTo>
                    <a:pt x="45905" y="142880"/>
                  </a:lnTo>
                  <a:lnTo>
                    <a:pt x="35957" y="128807"/>
                  </a:lnTo>
                  <a:lnTo>
                    <a:pt x="39500" y="115086"/>
                  </a:lnTo>
                  <a:lnTo>
                    <a:pt x="54574" y="101638"/>
                  </a:lnTo>
                  <a:lnTo>
                    <a:pt x="78630" y="88414"/>
                  </a:lnTo>
                  <a:lnTo>
                    <a:pt x="108711" y="75377"/>
                  </a:lnTo>
                  <a:lnTo>
                    <a:pt x="141650" y="62504"/>
                  </a:lnTo>
                  <a:lnTo>
                    <a:pt x="174283" y="49772"/>
                  </a:lnTo>
                  <a:lnTo>
                    <a:pt x="203644" y="37168"/>
                  </a:lnTo>
                  <a:lnTo>
                    <a:pt x="227163" y="24678"/>
                  </a:lnTo>
                  <a:lnTo>
                    <a:pt x="242814" y="12291"/>
                  </a:lnTo>
                  <a:lnTo>
                    <a:pt x="249252" y="0"/>
                  </a:lnTo>
                  <a:lnTo>
                    <a:pt x="274177" y="0"/>
                  </a:lnTo>
                  <a:lnTo>
                    <a:pt x="280615" y="12291"/>
                  </a:lnTo>
                  <a:lnTo>
                    <a:pt x="296267" y="24678"/>
                  </a:lnTo>
                  <a:lnTo>
                    <a:pt x="319785" y="37168"/>
                  </a:lnTo>
                  <a:lnTo>
                    <a:pt x="349147" y="49772"/>
                  </a:lnTo>
                  <a:lnTo>
                    <a:pt x="381779" y="62504"/>
                  </a:lnTo>
                  <a:lnTo>
                    <a:pt x="414718" y="75377"/>
                  </a:lnTo>
                  <a:lnTo>
                    <a:pt x="444799" y="88414"/>
                  </a:lnTo>
                  <a:lnTo>
                    <a:pt x="468856" y="101638"/>
                  </a:lnTo>
                  <a:lnTo>
                    <a:pt x="483930" y="115086"/>
                  </a:lnTo>
                  <a:lnTo>
                    <a:pt x="487472" y="128807"/>
                  </a:lnTo>
                  <a:lnTo>
                    <a:pt x="477525" y="142880"/>
                  </a:lnTo>
                  <a:lnTo>
                    <a:pt x="452873" y="157440"/>
                  </a:lnTo>
                  <a:lnTo>
                    <a:pt x="413163" y="172783"/>
                  </a:lnTo>
                  <a:lnTo>
                    <a:pt x="358968" y="190500"/>
                  </a:lnTo>
                  <a:lnTo>
                    <a:pt x="523430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2282556" y="6133338"/>
              <a:ext cx="40639" cy="76200"/>
            </a:xfrm>
            <a:custGeom>
              <a:avLst/>
              <a:gdLst/>
              <a:ahLst/>
              <a:cxnLst/>
              <a:rect l="l" t="t" r="r" b="b"/>
              <a:pathLst>
                <a:path w="40639" h="76200">
                  <a:moveTo>
                    <a:pt x="0" y="762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762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598467" y="6781038"/>
              <a:ext cx="1408818" cy="95250"/>
            </a:xfrm>
            <a:custGeom>
              <a:avLst/>
              <a:gdLst/>
              <a:ahLst/>
              <a:cxnLst/>
              <a:rect l="l" t="t" r="r" b="b"/>
              <a:pathLst>
                <a:path w="1408818" h="95250">
                  <a:moveTo>
                    <a:pt x="0" y="95250"/>
                  </a:moveTo>
                  <a:lnTo>
                    <a:pt x="433482" y="0"/>
                  </a:lnTo>
                  <a:lnTo>
                    <a:pt x="975335" y="0"/>
                  </a:lnTo>
                  <a:lnTo>
                    <a:pt x="1408818" y="952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4063898" y="6714363"/>
              <a:ext cx="406390" cy="161925"/>
            </a:xfrm>
            <a:custGeom>
              <a:avLst/>
              <a:gdLst/>
              <a:ahLst/>
              <a:cxnLst/>
              <a:rect l="l" t="t" r="r" b="b"/>
              <a:pathLst>
                <a:path w="406390" h="161925">
                  <a:moveTo>
                    <a:pt x="0" y="161925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4470288" y="6581013"/>
              <a:ext cx="298019" cy="295275"/>
            </a:xfrm>
            <a:custGeom>
              <a:avLst/>
              <a:gdLst/>
              <a:ahLst/>
              <a:cxnLst/>
              <a:rect l="l" t="t" r="r" b="b"/>
              <a:pathLst>
                <a:path w="298019" h="295275">
                  <a:moveTo>
                    <a:pt x="0" y="295275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295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4768307" y="6657213"/>
              <a:ext cx="514761" cy="219075"/>
            </a:xfrm>
            <a:custGeom>
              <a:avLst/>
              <a:gdLst/>
              <a:ahLst/>
              <a:cxnLst/>
              <a:rect l="l" t="t" r="r" b="b"/>
              <a:pathLst>
                <a:path w="514761" h="219075">
                  <a:moveTo>
                    <a:pt x="0" y="219075"/>
                  </a:moveTo>
                  <a:lnTo>
                    <a:pt x="0" y="0"/>
                  </a:lnTo>
                  <a:lnTo>
                    <a:pt x="514761" y="0"/>
                  </a:lnTo>
                  <a:lnTo>
                    <a:pt x="514761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5283068" y="6304788"/>
              <a:ext cx="379297" cy="571500"/>
            </a:xfrm>
            <a:custGeom>
              <a:avLst/>
              <a:gdLst/>
              <a:ahLst/>
              <a:cxnLst/>
              <a:rect l="l" t="t" r="r" b="b"/>
              <a:pathLst>
                <a:path w="379297" h="571500">
                  <a:moveTo>
                    <a:pt x="0" y="571500"/>
                  </a:moveTo>
                  <a:lnTo>
                    <a:pt x="0" y="0"/>
                  </a:lnTo>
                  <a:lnTo>
                    <a:pt x="379297" y="0"/>
                  </a:lnTo>
                  <a:lnTo>
                    <a:pt x="379297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5337253" y="6228588"/>
              <a:ext cx="270927" cy="647700"/>
            </a:xfrm>
            <a:custGeom>
              <a:avLst/>
              <a:gdLst/>
              <a:ahLst/>
              <a:cxnLst/>
              <a:rect l="l" t="t" r="r" b="b"/>
              <a:pathLst>
                <a:path w="270927" h="647700">
                  <a:moveTo>
                    <a:pt x="0" y="647700"/>
                  </a:moveTo>
                  <a:lnTo>
                    <a:pt x="0" y="0"/>
                  </a:lnTo>
                  <a:lnTo>
                    <a:pt x="270927" y="0"/>
                  </a:lnTo>
                  <a:lnTo>
                    <a:pt x="270927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5662365" y="6685788"/>
              <a:ext cx="298019" cy="190500"/>
            </a:xfrm>
            <a:custGeom>
              <a:avLst/>
              <a:gdLst/>
              <a:ahLst/>
              <a:cxnLst/>
              <a:rect l="l" t="t" r="r" b="b"/>
              <a:pathLst>
                <a:path w="298019" h="190500">
                  <a:moveTo>
                    <a:pt x="0" y="190500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5452397" y="6114288"/>
              <a:ext cx="40639" cy="114300"/>
            </a:xfrm>
            <a:custGeom>
              <a:avLst/>
              <a:gdLst/>
              <a:ahLst/>
              <a:cxnLst/>
              <a:rect l="l" t="t" r="r" b="b"/>
              <a:pathLst>
                <a:path w="40639" h="114300">
                  <a:moveTo>
                    <a:pt x="0" y="1143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5960384" y="6714363"/>
              <a:ext cx="3792972" cy="161925"/>
            </a:xfrm>
            <a:custGeom>
              <a:avLst/>
              <a:gdLst/>
              <a:ahLst/>
              <a:cxnLst/>
              <a:rect l="l" t="t" r="r" b="b"/>
              <a:pathLst>
                <a:path w="3792972" h="161925">
                  <a:moveTo>
                    <a:pt x="0" y="161925"/>
                  </a:moveTo>
                  <a:lnTo>
                    <a:pt x="0" y="0"/>
                  </a:lnTo>
                  <a:lnTo>
                    <a:pt x="3792972" y="0"/>
                  </a:lnTo>
                  <a:lnTo>
                    <a:pt x="3792972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122940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6122940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8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9265688" y="6438138"/>
              <a:ext cx="460576" cy="438150"/>
            </a:xfrm>
            <a:custGeom>
              <a:avLst/>
              <a:gdLst/>
              <a:ahLst/>
              <a:cxnLst/>
              <a:rect l="l" t="t" r="r" b="b"/>
              <a:pathLst>
                <a:path w="460576" h="438150">
                  <a:moveTo>
                    <a:pt x="0" y="438150"/>
                  </a:moveTo>
                  <a:lnTo>
                    <a:pt x="0" y="0"/>
                  </a:lnTo>
                  <a:lnTo>
                    <a:pt x="460576" y="0"/>
                  </a:lnTo>
                  <a:lnTo>
                    <a:pt x="460576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9265688" y="6404800"/>
              <a:ext cx="460576" cy="33338"/>
            </a:xfrm>
            <a:custGeom>
              <a:avLst/>
              <a:gdLst/>
              <a:ahLst/>
              <a:cxnLst/>
              <a:rect l="l" t="t" r="r" b="b"/>
              <a:pathLst>
                <a:path w="460576" h="33338">
                  <a:moveTo>
                    <a:pt x="0" y="33338"/>
                  </a:moveTo>
                  <a:lnTo>
                    <a:pt x="230288" y="0"/>
                  </a:lnTo>
                  <a:lnTo>
                    <a:pt x="460576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664793" y="6314313"/>
              <a:ext cx="812780" cy="561975"/>
            </a:xfrm>
            <a:custGeom>
              <a:avLst/>
              <a:gdLst/>
              <a:ahLst/>
              <a:cxnLst/>
              <a:rect l="l" t="t" r="r" b="b"/>
              <a:pathLst>
                <a:path w="812780" h="561975">
                  <a:moveTo>
                    <a:pt x="0" y="561975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8344538" y="6314313"/>
              <a:ext cx="839872" cy="561975"/>
            </a:xfrm>
            <a:custGeom>
              <a:avLst/>
              <a:gdLst/>
              <a:ahLst/>
              <a:cxnLst/>
              <a:rect l="l" t="t" r="r" b="b"/>
              <a:pathLst>
                <a:path w="839872" h="561975">
                  <a:moveTo>
                    <a:pt x="0" y="561975"/>
                  </a:moveTo>
                  <a:lnTo>
                    <a:pt x="0" y="0"/>
                  </a:lnTo>
                  <a:lnTo>
                    <a:pt x="839872" y="0"/>
                  </a:lnTo>
                  <a:lnTo>
                    <a:pt x="839872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7423388" y="6114288"/>
              <a:ext cx="975335" cy="762000"/>
            </a:xfrm>
            <a:custGeom>
              <a:avLst/>
              <a:gdLst/>
              <a:ahLst/>
              <a:cxnLst/>
              <a:rect l="l" t="t" r="r" b="b"/>
              <a:pathLst>
                <a:path w="975335" h="762000">
                  <a:moveTo>
                    <a:pt x="0" y="762000"/>
                  </a:moveTo>
                  <a:lnTo>
                    <a:pt x="0" y="47625"/>
                  </a:lnTo>
                  <a:lnTo>
                    <a:pt x="135463" y="0"/>
                  </a:lnTo>
                  <a:lnTo>
                    <a:pt x="839872" y="0"/>
                  </a:lnTo>
                  <a:lnTo>
                    <a:pt x="975335" y="47625"/>
                  </a:lnTo>
                  <a:lnTo>
                    <a:pt x="975335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0078468" y="6833426"/>
              <a:ext cx="2329968" cy="42862"/>
            </a:xfrm>
            <a:custGeom>
              <a:avLst/>
              <a:gdLst/>
              <a:ahLst/>
              <a:cxnLst/>
              <a:rect l="l" t="t" r="r" b="b"/>
              <a:pathLst>
                <a:path w="2329968" h="42862">
                  <a:moveTo>
                    <a:pt x="0" y="42862"/>
                  </a:moveTo>
                  <a:lnTo>
                    <a:pt x="0" y="0"/>
                  </a:lnTo>
                  <a:lnTo>
                    <a:pt x="2329968" y="0"/>
                  </a:lnTo>
                  <a:lnTo>
                    <a:pt x="2329968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10268117" y="6790563"/>
              <a:ext cx="1950671" cy="85725"/>
            </a:xfrm>
            <a:custGeom>
              <a:avLst/>
              <a:gdLst/>
              <a:ahLst/>
              <a:cxnLst/>
              <a:rect l="l" t="t" r="r" b="b"/>
              <a:pathLst>
                <a:path w="1950671" h="85725">
                  <a:moveTo>
                    <a:pt x="0" y="85725"/>
                  </a:moveTo>
                  <a:lnTo>
                    <a:pt x="0" y="0"/>
                  </a:lnTo>
                  <a:lnTo>
                    <a:pt x="1950671" y="0"/>
                  </a:lnTo>
                  <a:lnTo>
                    <a:pt x="1950671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10430673" y="6476238"/>
              <a:ext cx="149009" cy="314325"/>
            </a:xfrm>
            <a:custGeom>
              <a:avLst/>
              <a:gdLst/>
              <a:ahLst/>
              <a:cxnLst/>
              <a:rect l="l" t="t" r="r" b="b"/>
              <a:pathLst>
                <a:path w="149009" h="314325">
                  <a:moveTo>
                    <a:pt x="0" y="314325"/>
                  </a:moveTo>
                  <a:lnTo>
                    <a:pt x="0" y="0"/>
                  </a:lnTo>
                  <a:lnTo>
                    <a:pt x="149009" y="0"/>
                  </a:lnTo>
                  <a:lnTo>
                    <a:pt x="149009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0701599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1622749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1907222" y="6476238"/>
              <a:ext cx="149010" cy="314325"/>
            </a:xfrm>
            <a:custGeom>
              <a:avLst/>
              <a:gdLst/>
              <a:ahLst/>
              <a:cxnLst/>
              <a:rect l="l" t="t" r="r" b="b"/>
              <a:pathLst>
                <a:path w="149010" h="314325">
                  <a:moveTo>
                    <a:pt x="0" y="314325"/>
                  </a:moveTo>
                  <a:lnTo>
                    <a:pt x="0" y="0"/>
                  </a:lnTo>
                  <a:lnTo>
                    <a:pt x="149010" y="0"/>
                  </a:lnTo>
                  <a:lnTo>
                    <a:pt x="149010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1026711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1378916" y="6247638"/>
              <a:ext cx="81277" cy="542925"/>
            </a:xfrm>
            <a:custGeom>
              <a:avLst/>
              <a:gdLst/>
              <a:ahLst/>
              <a:cxnLst/>
              <a:rect l="l" t="t" r="r" b="b"/>
              <a:pathLst>
                <a:path w="81277" h="542925">
                  <a:moveTo>
                    <a:pt x="0" y="542925"/>
                  </a:moveTo>
                  <a:lnTo>
                    <a:pt x="0" y="0"/>
                  </a:lnTo>
                  <a:lnTo>
                    <a:pt x="81277" y="0"/>
                  </a:lnTo>
                  <a:lnTo>
                    <a:pt x="8127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11026711" y="6614350"/>
              <a:ext cx="433482" cy="14288"/>
            </a:xfrm>
            <a:custGeom>
              <a:avLst/>
              <a:gdLst/>
              <a:ahLst/>
              <a:cxnLst/>
              <a:rect l="l" t="t" r="r" b="b"/>
              <a:pathLst>
                <a:path w="433482" h="14288">
                  <a:moveTo>
                    <a:pt x="0" y="14288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11026711" y="6471476"/>
              <a:ext cx="433482" cy="14287"/>
            </a:xfrm>
            <a:custGeom>
              <a:avLst/>
              <a:gdLst/>
              <a:ahLst/>
              <a:cxnLst/>
              <a:rect l="l" t="t" r="r" b="b"/>
              <a:pathLst>
                <a:path w="433482" h="14287">
                  <a:moveTo>
                    <a:pt x="0" y="14287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11026711" y="6328600"/>
              <a:ext cx="433482" cy="14288"/>
            </a:xfrm>
            <a:custGeom>
              <a:avLst/>
              <a:gdLst/>
              <a:ahLst/>
              <a:cxnLst/>
              <a:rect l="l" t="t" r="r" b="b"/>
              <a:pathLst>
                <a:path w="433482" h="14288">
                  <a:moveTo>
                    <a:pt x="0" y="14288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10864155" y="6085713"/>
              <a:ext cx="596038" cy="180975"/>
            </a:xfrm>
            <a:custGeom>
              <a:avLst/>
              <a:gdLst/>
              <a:ahLst/>
              <a:cxnLst/>
              <a:rect l="l" t="t" r="r" b="b"/>
              <a:pathLst>
                <a:path w="596038" h="180975">
                  <a:moveTo>
                    <a:pt x="162556" y="180975"/>
                  </a:moveTo>
                  <a:lnTo>
                    <a:pt x="596038" y="180975"/>
                  </a:lnTo>
                  <a:lnTo>
                    <a:pt x="460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406390" y="28575"/>
                  </a:lnTo>
                  <a:lnTo>
                    <a:pt x="514761" y="152400"/>
                  </a:lnTo>
                  <a:lnTo>
                    <a:pt x="16255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" name="Label pill"/>
          <p:cNvSpPr/>
          <p:nvPr/>
        </p:nvSpPr>
        <p:spPr>
          <a:xfrm>
            <a:off x="457200" y="292608"/>
            <a:ext cx="18882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07 / 14  ·  Joyti</a:t>
            </a:r>
          </a:p>
        </p:txBody>
      </p:sp>
      <p:sp>
        <p:nvSpPr>
          <p:cNvPr id="52" name="Label pill"/>
          <p:cNvSpPr/>
          <p:nvPr/>
        </p:nvSpPr>
        <p:spPr>
          <a:xfrm>
            <a:off x="10362895" y="292608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Flowchart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0" spc="-150">
                <a:solidFill>
                  <a:srgbClr val="101C2E"/>
                </a:solidFill>
                <a:latin typeface="Bricolage Grotesque ExtraBold"/>
              </a:rPr>
              <a:t>JOYTI · FILE A REPORT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C3E57"/>
                </a:solidFill>
                <a:latin typeface="Figtree"/>
              </a:rPr>
              <a:t>A citizen's report travels through validation and AI scoring into three collections.</a:t>
            </a:r>
          </a:p>
        </p:txBody>
      </p:sp>
      <p:sp>
        <p:nvSpPr>
          <p:cNvPr id="56" name="Lane: React page"/>
          <p:cNvSpPr/>
          <p:nvPr/>
        </p:nvSpPr>
        <p:spPr>
          <a:xfrm>
            <a:off x="502920" y="178308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 rot="16200000">
            <a:off x="64008" y="22905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REACT PAGE</a:t>
            </a:r>
          </a:p>
        </p:txBody>
      </p:sp>
      <p:sp>
        <p:nvSpPr>
          <p:cNvPr id="58" name="Lane: Express API"/>
          <p:cNvSpPr/>
          <p:nvPr/>
        </p:nvSpPr>
        <p:spPr>
          <a:xfrm>
            <a:off x="502920" y="310896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 rot="16200000">
            <a:off x="64008" y="36164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EXPRESS API</a:t>
            </a:r>
          </a:p>
        </p:txBody>
      </p:sp>
      <p:sp>
        <p:nvSpPr>
          <p:cNvPr id="60" name="Lane: MongoDB"/>
          <p:cNvSpPr/>
          <p:nvPr/>
        </p:nvSpPr>
        <p:spPr>
          <a:xfrm>
            <a:off x="502920" y="443484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CBDAE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 rot="16200000">
            <a:off x="64008" y="49423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MONGODB</a:t>
            </a:r>
          </a:p>
        </p:txBody>
      </p:sp>
      <p:sp>
        <p:nvSpPr>
          <p:cNvPr id="62" name="Step: ReportForm + LocationPicker"/>
          <p:cNvSpPr/>
          <p:nvPr/>
        </p:nvSpPr>
        <p:spPr>
          <a:xfrm>
            <a:off x="114300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10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E6EEF6"/>
                </a:solidFill>
                <a:latin typeface="Figtree"/>
              </a:rPr>
              <a:t>ReportForm +</a:t>
            </a:r>
          </a:p>
          <a:p>
            <a:pPr algn="ctr"/>
            <a:r>
              <a:rPr sz="1400" b="0">
                <a:solidFill>
                  <a:srgbClr val="E6EEF6"/>
                </a:solidFill>
                <a:latin typeface="Figtree"/>
              </a:rPr>
              <a:t>LocationPicker</a:t>
            </a:r>
          </a:p>
        </p:txBody>
      </p:sp>
      <p:sp>
        <p:nvSpPr>
          <p:cNvPr id="63" name="Step: POST /citizen/ reports"/>
          <p:cNvSpPr/>
          <p:nvPr/>
        </p:nvSpPr>
        <p:spPr>
          <a:xfrm>
            <a:off x="292608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POST /citizen/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reports</a:t>
            </a:r>
          </a:p>
        </p:txBody>
      </p:sp>
      <p:sp>
        <p:nvSpPr>
          <p:cNvPr id="64" name="Step: severity.hook photo → priority"/>
          <p:cNvSpPr/>
          <p:nvPr/>
        </p:nvSpPr>
        <p:spPr>
          <a:xfrm>
            <a:off x="470916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severity.hook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photo → priority</a:t>
            </a:r>
          </a:p>
        </p:txBody>
      </p:sp>
      <p:sp>
        <p:nvSpPr>
          <p:cNvPr id="65" name="Step: issues status: open"/>
          <p:cNvSpPr/>
          <p:nvPr/>
        </p:nvSpPr>
        <p:spPr>
          <a:xfrm>
            <a:off x="649224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issues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status: open</a:t>
            </a:r>
          </a:p>
        </p:txBody>
      </p:sp>
      <p:sp>
        <p:nvSpPr>
          <p:cNvPr id="66" name="Step: votes own vote"/>
          <p:cNvSpPr/>
          <p:nvPr/>
        </p:nvSpPr>
        <p:spPr>
          <a:xfrm>
            <a:off x="827532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votes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own vote</a:t>
            </a:r>
          </a:p>
        </p:txBody>
      </p:sp>
      <p:sp>
        <p:nvSpPr>
          <p:cNvPr id="67" name="Step: alerts citizen + dept"/>
          <p:cNvSpPr/>
          <p:nvPr/>
        </p:nvSpPr>
        <p:spPr>
          <a:xfrm>
            <a:off x="1005840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alerts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citizen + dept</a:t>
            </a:r>
          </a:p>
        </p:txBody>
      </p:sp>
      <p:sp>
        <p:nvSpPr>
          <p:cNvPr id="68" name="Step: ThankYou screen then /my-reports"/>
          <p:cNvSpPr/>
          <p:nvPr/>
        </p:nvSpPr>
        <p:spPr>
          <a:xfrm>
            <a:off x="1005840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ThankYou screen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then /my-reports</a:t>
            </a:r>
          </a:p>
        </p:txBody>
      </p:sp>
      <p:cxnSp>
        <p:nvCxnSpPr>
          <p:cNvPr id="69" name="Connector 68"/>
          <p:cNvCxnSpPr>
            <a:stCxn id="62" idx="3"/>
            <a:endCxn id="63" idx="1"/>
          </p:cNvCxnSpPr>
          <p:nvPr/>
        </p:nvCxnSpPr>
        <p:spPr>
          <a:xfrm>
            <a:off x="2770632" y="2418588"/>
            <a:ext cx="155448" cy="132588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>
            <a:stCxn id="63" idx="3"/>
            <a:endCxn id="64" idx="1"/>
          </p:cNvCxnSpPr>
          <p:nvPr/>
        </p:nvCxnSpPr>
        <p:spPr>
          <a:xfrm flipV="1">
            <a:off x="4553712" y="3744468"/>
            <a:ext cx="155448" cy="0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64" idx="3"/>
            <a:endCxn id="65" idx="1"/>
          </p:cNvCxnSpPr>
          <p:nvPr/>
        </p:nvCxnSpPr>
        <p:spPr>
          <a:xfrm>
            <a:off x="6336792" y="3744468"/>
            <a:ext cx="155448" cy="132588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65" idx="3"/>
            <a:endCxn id="66" idx="1"/>
          </p:cNvCxnSpPr>
          <p:nvPr/>
        </p:nvCxnSpPr>
        <p:spPr>
          <a:xfrm flipV="1">
            <a:off x="8119872" y="5070348"/>
            <a:ext cx="155448" cy="0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66" idx="3"/>
            <a:endCxn id="67" idx="1"/>
          </p:cNvCxnSpPr>
          <p:nvPr/>
        </p:nvCxnSpPr>
        <p:spPr>
          <a:xfrm flipV="1">
            <a:off x="9902952" y="5070348"/>
            <a:ext cx="155448" cy="0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67" idx="0"/>
            <a:endCxn id="68" idx="2"/>
          </p:cNvCxnSpPr>
          <p:nvPr/>
        </p:nvCxnSpPr>
        <p:spPr>
          <a:xfrm flipH="1" flipV="1">
            <a:off x="10872216" y="2866644"/>
            <a:ext cx="0" cy="1755648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Note"/>
          <p:cNvSpPr/>
          <p:nvPr/>
        </p:nvSpPr>
        <p:spPr>
          <a:xfrm>
            <a:off x="4709160" y="1965960"/>
            <a:ext cx="3410712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A980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400" b="0">
                <a:solidFill>
                  <a:srgbClr val="2C3E57"/>
                </a:solidFill>
                <a:latin typeface="Figtree"/>
              </a:rPr>
              <a:t>Zod checks the body; if CLIP is off, priority stays 'medium'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-230288" y="6395275"/>
              <a:ext cx="717956" cy="481013"/>
            </a:xfrm>
            <a:custGeom>
              <a:avLst/>
              <a:gdLst/>
              <a:ahLst/>
              <a:cxnLst/>
              <a:rect l="l" t="t" r="r" b="b"/>
              <a:pathLst>
                <a:path w="717956" h="481013">
                  <a:moveTo>
                    <a:pt x="0" y="481013"/>
                  </a:moveTo>
                  <a:lnTo>
                    <a:pt x="0" y="0"/>
                  </a:lnTo>
                  <a:lnTo>
                    <a:pt x="717956" y="0"/>
                  </a:lnTo>
                  <a:lnTo>
                    <a:pt x="717956" y="4810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-86696" y="6276213"/>
              <a:ext cx="430773" cy="600075"/>
            </a:xfrm>
            <a:custGeom>
              <a:avLst/>
              <a:gdLst/>
              <a:ahLst/>
              <a:cxnLst/>
              <a:rect l="l" t="t" r="r" b="b"/>
              <a:pathLst>
                <a:path w="430773" h="600075">
                  <a:moveTo>
                    <a:pt x="0" y="600075"/>
                  </a:moveTo>
                  <a:lnTo>
                    <a:pt x="0" y="0"/>
                  </a:lnTo>
                  <a:lnTo>
                    <a:pt x="430773" y="0"/>
                  </a:lnTo>
                  <a:lnTo>
                    <a:pt x="430773" y="600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650224" y="6271450"/>
              <a:ext cx="474121" cy="604838"/>
            </a:xfrm>
            <a:custGeom>
              <a:avLst/>
              <a:gdLst/>
              <a:ahLst/>
              <a:cxnLst/>
              <a:rect l="l" t="t" r="r" b="b"/>
              <a:pathLst>
                <a:path w="474121" h="604838">
                  <a:moveTo>
                    <a:pt x="0" y="604838"/>
                  </a:moveTo>
                  <a:lnTo>
                    <a:pt x="0" y="0"/>
                  </a:lnTo>
                  <a:lnTo>
                    <a:pt x="474121" y="0"/>
                  </a:lnTo>
                  <a:lnTo>
                    <a:pt x="474121" y="6048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45048" y="6185726"/>
              <a:ext cx="284473" cy="690562"/>
            </a:xfrm>
            <a:custGeom>
              <a:avLst/>
              <a:gdLst/>
              <a:ahLst/>
              <a:cxnLst/>
              <a:rect l="l" t="t" r="r" b="b"/>
              <a:pathLst>
                <a:path w="284473" h="690562">
                  <a:moveTo>
                    <a:pt x="0" y="690562"/>
                  </a:moveTo>
                  <a:lnTo>
                    <a:pt x="0" y="0"/>
                  </a:lnTo>
                  <a:lnTo>
                    <a:pt x="284473" y="0"/>
                  </a:lnTo>
                  <a:lnTo>
                    <a:pt x="284473" y="6905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1313994" y="6280975"/>
              <a:ext cx="758594" cy="595313"/>
            </a:xfrm>
            <a:custGeom>
              <a:avLst/>
              <a:gdLst/>
              <a:ahLst/>
              <a:cxnLst/>
              <a:rect l="l" t="t" r="r" b="b"/>
              <a:pathLst>
                <a:path w="758594" h="595313">
                  <a:moveTo>
                    <a:pt x="0" y="595313"/>
                  </a:moveTo>
                  <a:lnTo>
                    <a:pt x="0" y="0"/>
                  </a:lnTo>
                  <a:lnTo>
                    <a:pt x="758594" y="0"/>
                  </a:lnTo>
                  <a:lnTo>
                    <a:pt x="758594" y="5953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316422" y="6290500"/>
              <a:ext cx="704409" cy="585788"/>
            </a:xfrm>
            <a:custGeom>
              <a:avLst/>
              <a:gdLst/>
              <a:ahLst/>
              <a:cxnLst/>
              <a:rect l="l" t="t" r="r" b="b"/>
              <a:pathLst>
                <a:path w="704409" h="585788">
                  <a:moveTo>
                    <a:pt x="0" y="58578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3318850" y="6404800"/>
              <a:ext cx="812780" cy="471488"/>
            </a:xfrm>
            <a:custGeom>
              <a:avLst/>
              <a:gdLst/>
              <a:ahLst/>
              <a:cxnLst/>
              <a:rect l="l" t="t" r="r" b="b"/>
              <a:pathLst>
                <a:path w="812780" h="471488">
                  <a:moveTo>
                    <a:pt x="0" y="471488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3481406" y="6333363"/>
              <a:ext cx="487668" cy="542925"/>
            </a:xfrm>
            <a:custGeom>
              <a:avLst/>
              <a:gdLst/>
              <a:ahLst/>
              <a:cxnLst/>
              <a:rect l="l" t="t" r="r" b="b"/>
              <a:pathLst>
                <a:path w="487668" h="542925">
                  <a:moveTo>
                    <a:pt x="0" y="542925"/>
                  </a:moveTo>
                  <a:lnTo>
                    <a:pt x="0" y="0"/>
                  </a:lnTo>
                  <a:lnTo>
                    <a:pt x="487668" y="0"/>
                  </a:lnTo>
                  <a:lnTo>
                    <a:pt x="48766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450480" y="6319076"/>
              <a:ext cx="636678" cy="557212"/>
            </a:xfrm>
            <a:custGeom>
              <a:avLst/>
              <a:gdLst/>
              <a:ahLst/>
              <a:cxnLst/>
              <a:rect l="l" t="t" r="r" b="b"/>
              <a:pathLst>
                <a:path w="636678" h="557212">
                  <a:moveTo>
                    <a:pt x="0" y="557212"/>
                  </a:moveTo>
                  <a:lnTo>
                    <a:pt x="0" y="0"/>
                  </a:lnTo>
                  <a:lnTo>
                    <a:pt x="636678" y="0"/>
                  </a:lnTo>
                  <a:lnTo>
                    <a:pt x="636678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9875273" y="6166675"/>
              <a:ext cx="812780" cy="709613"/>
            </a:xfrm>
            <a:custGeom>
              <a:avLst/>
              <a:gdLst/>
              <a:ahLst/>
              <a:cxnLst/>
              <a:rect l="l" t="t" r="r" b="b"/>
              <a:pathLst>
                <a:path w="812780" h="709613">
                  <a:moveTo>
                    <a:pt x="0" y="709613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7096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837062" y="6204776"/>
              <a:ext cx="596039" cy="671512"/>
            </a:xfrm>
            <a:custGeom>
              <a:avLst/>
              <a:gdLst/>
              <a:ahLst/>
              <a:cxnLst/>
              <a:rect l="l" t="t" r="r" b="b"/>
              <a:pathLst>
                <a:path w="596039" h="671512">
                  <a:moveTo>
                    <a:pt x="0" y="671512"/>
                  </a:moveTo>
                  <a:lnTo>
                    <a:pt x="0" y="0"/>
                  </a:lnTo>
                  <a:lnTo>
                    <a:pt x="596039" y="0"/>
                  </a:lnTo>
                  <a:lnTo>
                    <a:pt x="596039" y="6715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0956270" y="6100000"/>
              <a:ext cx="357623" cy="776288"/>
            </a:xfrm>
            <a:custGeom>
              <a:avLst/>
              <a:gdLst/>
              <a:ahLst/>
              <a:cxnLst/>
              <a:rect l="l" t="t" r="r" b="b"/>
              <a:pathLst>
                <a:path w="357623" h="776288">
                  <a:moveTo>
                    <a:pt x="0" y="776288"/>
                  </a:moveTo>
                  <a:lnTo>
                    <a:pt x="0" y="0"/>
                  </a:lnTo>
                  <a:lnTo>
                    <a:pt x="357623" y="0"/>
                  </a:lnTo>
                  <a:lnTo>
                    <a:pt x="357623" y="776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1731120" y="6252400"/>
              <a:ext cx="447029" cy="623888"/>
            </a:xfrm>
            <a:custGeom>
              <a:avLst/>
              <a:gdLst/>
              <a:ahLst/>
              <a:cxnLst/>
              <a:rect l="l" t="t" r="r" b="b"/>
              <a:pathLst>
                <a:path w="447029" h="623888">
                  <a:moveTo>
                    <a:pt x="0" y="623888"/>
                  </a:moveTo>
                  <a:lnTo>
                    <a:pt x="0" y="0"/>
                  </a:lnTo>
                  <a:lnTo>
                    <a:pt x="447029" y="0"/>
                  </a:lnTo>
                  <a:lnTo>
                    <a:pt x="447029" y="6238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7911056" y="6095238"/>
              <a:ext cx="1246262" cy="438150"/>
            </a:xfrm>
            <a:custGeom>
              <a:avLst/>
              <a:gdLst/>
              <a:ahLst/>
              <a:cxnLst/>
              <a:rect l="l" t="t" r="r" b="b"/>
              <a:pathLst>
                <a:path w="1246262" h="438150">
                  <a:moveTo>
                    <a:pt x="1246262" y="219075"/>
                  </a:moveTo>
                  <a:lnTo>
                    <a:pt x="1234288" y="176336"/>
                  </a:lnTo>
                  <a:lnTo>
                    <a:pt x="1198829" y="135239"/>
                  </a:lnTo>
                  <a:lnTo>
                    <a:pt x="1141245" y="97363"/>
                  </a:lnTo>
                  <a:lnTo>
                    <a:pt x="1063751" y="64166"/>
                  </a:lnTo>
                  <a:lnTo>
                    <a:pt x="969324" y="36921"/>
                  </a:lnTo>
                  <a:lnTo>
                    <a:pt x="861593" y="16676"/>
                  </a:lnTo>
                  <a:lnTo>
                    <a:pt x="744697" y="4209"/>
                  </a:lnTo>
                  <a:lnTo>
                    <a:pt x="623131" y="0"/>
                  </a:lnTo>
                  <a:lnTo>
                    <a:pt x="501564" y="4209"/>
                  </a:lnTo>
                  <a:lnTo>
                    <a:pt x="384669" y="16676"/>
                  </a:lnTo>
                  <a:lnTo>
                    <a:pt x="276938" y="36921"/>
                  </a:lnTo>
                  <a:lnTo>
                    <a:pt x="182510" y="64166"/>
                  </a:lnTo>
                  <a:lnTo>
                    <a:pt x="105016" y="97363"/>
                  </a:lnTo>
                  <a:lnTo>
                    <a:pt x="47433" y="135239"/>
                  </a:lnTo>
                  <a:lnTo>
                    <a:pt x="11973" y="176336"/>
                  </a:lnTo>
                  <a:lnTo>
                    <a:pt x="0" y="219075"/>
                  </a:lnTo>
                  <a:lnTo>
                    <a:pt x="11973" y="261814"/>
                  </a:lnTo>
                  <a:lnTo>
                    <a:pt x="47433" y="302911"/>
                  </a:lnTo>
                  <a:lnTo>
                    <a:pt x="105016" y="340787"/>
                  </a:lnTo>
                  <a:lnTo>
                    <a:pt x="182510" y="373984"/>
                  </a:lnTo>
                  <a:lnTo>
                    <a:pt x="276938" y="401229"/>
                  </a:lnTo>
                  <a:lnTo>
                    <a:pt x="384669" y="421474"/>
                  </a:lnTo>
                  <a:lnTo>
                    <a:pt x="501564" y="433941"/>
                  </a:lnTo>
                  <a:lnTo>
                    <a:pt x="623131" y="438150"/>
                  </a:lnTo>
                  <a:lnTo>
                    <a:pt x="744697" y="433941"/>
                  </a:lnTo>
                  <a:lnTo>
                    <a:pt x="861593" y="421474"/>
                  </a:lnTo>
                  <a:lnTo>
                    <a:pt x="969324" y="401229"/>
                  </a:lnTo>
                  <a:lnTo>
                    <a:pt x="1063751" y="373984"/>
                  </a:lnTo>
                  <a:lnTo>
                    <a:pt x="1141245" y="340787"/>
                  </a:lnTo>
                  <a:lnTo>
                    <a:pt x="1198829" y="302911"/>
                  </a:lnTo>
                  <a:lnTo>
                    <a:pt x="1234288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-2302876" y="6628638"/>
              <a:ext cx="3657509" cy="247650"/>
            </a:xfrm>
            <a:custGeom>
              <a:avLst/>
              <a:gdLst/>
              <a:ahLst/>
              <a:cxnLst/>
              <a:rect l="l" t="t" r="r" b="b"/>
              <a:pathLst>
                <a:path w="3657509" h="247650">
                  <a:moveTo>
                    <a:pt x="0" y="247650"/>
                  </a:moveTo>
                  <a:lnTo>
                    <a:pt x="0" y="0"/>
                  </a:lnTo>
                  <a:lnTo>
                    <a:pt x="3657509" y="0"/>
                  </a:lnTo>
                  <a:lnTo>
                    <a:pt x="3657509" y="2476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2167412" y="6600063"/>
              <a:ext cx="3386582" cy="276225"/>
            </a:xfrm>
            <a:custGeom>
              <a:avLst/>
              <a:gdLst/>
              <a:ahLst/>
              <a:cxnLst/>
              <a:rect l="l" t="t" r="r" b="b"/>
              <a:pathLst>
                <a:path w="3386582" h="276225">
                  <a:moveTo>
                    <a:pt x="0" y="276225"/>
                  </a:moveTo>
                  <a:lnTo>
                    <a:pt x="0" y="0"/>
                  </a:lnTo>
                  <a:lnTo>
                    <a:pt x="3386582" y="0"/>
                  </a:lnTo>
                  <a:lnTo>
                    <a:pt x="3386582" y="2762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-921150" y="6466713"/>
              <a:ext cx="1029521" cy="409575"/>
            </a:xfrm>
            <a:custGeom>
              <a:avLst/>
              <a:gdLst/>
              <a:ahLst/>
              <a:cxnLst/>
              <a:rect l="l" t="t" r="r" b="b"/>
              <a:pathLst>
                <a:path w="1029521" h="409575">
                  <a:moveTo>
                    <a:pt x="0" y="409575"/>
                  </a:moveTo>
                  <a:lnTo>
                    <a:pt x="0" y="0"/>
                  </a:lnTo>
                  <a:lnTo>
                    <a:pt x="1029521" y="0"/>
                  </a:lnTo>
                  <a:lnTo>
                    <a:pt x="1029521" y="4095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-1110799" y="6781038"/>
              <a:ext cx="1408818" cy="95250"/>
            </a:xfrm>
            <a:custGeom>
              <a:avLst/>
              <a:gdLst/>
              <a:ahLst/>
              <a:cxnLst/>
              <a:rect l="l" t="t" r="r" b="b"/>
              <a:pathLst>
                <a:path w="1408818" h="95250">
                  <a:moveTo>
                    <a:pt x="0" y="95250"/>
                  </a:moveTo>
                  <a:lnTo>
                    <a:pt x="433483" y="0"/>
                  </a:lnTo>
                  <a:lnTo>
                    <a:pt x="975336" y="0"/>
                  </a:lnTo>
                  <a:lnTo>
                    <a:pt x="1408818" y="952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354633" y="6714363"/>
              <a:ext cx="406390" cy="161925"/>
            </a:xfrm>
            <a:custGeom>
              <a:avLst/>
              <a:gdLst/>
              <a:ahLst/>
              <a:cxnLst/>
              <a:rect l="l" t="t" r="r" b="b"/>
              <a:pathLst>
                <a:path w="406390" h="161925">
                  <a:moveTo>
                    <a:pt x="0" y="161925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761023" y="6581013"/>
              <a:ext cx="298019" cy="295275"/>
            </a:xfrm>
            <a:custGeom>
              <a:avLst/>
              <a:gdLst/>
              <a:ahLst/>
              <a:cxnLst/>
              <a:rect l="l" t="t" r="r" b="b"/>
              <a:pathLst>
                <a:path w="298019" h="295275">
                  <a:moveTo>
                    <a:pt x="0" y="295275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295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059042" y="6657213"/>
              <a:ext cx="514760" cy="219075"/>
            </a:xfrm>
            <a:custGeom>
              <a:avLst/>
              <a:gdLst/>
              <a:ahLst/>
              <a:cxnLst/>
              <a:rect l="l" t="t" r="r" b="b"/>
              <a:pathLst>
                <a:path w="514760" h="219075">
                  <a:moveTo>
                    <a:pt x="0" y="219075"/>
                  </a:moveTo>
                  <a:lnTo>
                    <a:pt x="0" y="0"/>
                  </a:lnTo>
                  <a:lnTo>
                    <a:pt x="514760" y="0"/>
                  </a:lnTo>
                  <a:lnTo>
                    <a:pt x="514760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2573802" y="6304788"/>
              <a:ext cx="379298" cy="571500"/>
            </a:xfrm>
            <a:custGeom>
              <a:avLst/>
              <a:gdLst/>
              <a:ahLst/>
              <a:cxnLst/>
              <a:rect l="l" t="t" r="r" b="b"/>
              <a:pathLst>
                <a:path w="379298" h="571500">
                  <a:moveTo>
                    <a:pt x="0" y="571500"/>
                  </a:moveTo>
                  <a:lnTo>
                    <a:pt x="0" y="0"/>
                  </a:lnTo>
                  <a:lnTo>
                    <a:pt x="379298" y="0"/>
                  </a:lnTo>
                  <a:lnTo>
                    <a:pt x="379298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2627988" y="6228588"/>
              <a:ext cx="270926" cy="647700"/>
            </a:xfrm>
            <a:custGeom>
              <a:avLst/>
              <a:gdLst/>
              <a:ahLst/>
              <a:cxnLst/>
              <a:rect l="l" t="t" r="r" b="b"/>
              <a:pathLst>
                <a:path w="270926" h="647700">
                  <a:moveTo>
                    <a:pt x="0" y="647700"/>
                  </a:moveTo>
                  <a:lnTo>
                    <a:pt x="0" y="0"/>
                  </a:lnTo>
                  <a:lnTo>
                    <a:pt x="270926" y="0"/>
                  </a:lnTo>
                  <a:lnTo>
                    <a:pt x="270926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2953100" y="6685788"/>
              <a:ext cx="298019" cy="190500"/>
            </a:xfrm>
            <a:custGeom>
              <a:avLst/>
              <a:gdLst/>
              <a:ahLst/>
              <a:cxnLst/>
              <a:rect l="l" t="t" r="r" b="b"/>
              <a:pathLst>
                <a:path w="298019" h="190500">
                  <a:moveTo>
                    <a:pt x="0" y="190500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743131" y="6114288"/>
              <a:ext cx="40639" cy="114300"/>
            </a:xfrm>
            <a:custGeom>
              <a:avLst/>
              <a:gdLst/>
              <a:ahLst/>
              <a:cxnLst/>
              <a:rect l="l" t="t" r="r" b="b"/>
              <a:pathLst>
                <a:path w="40639" h="114300">
                  <a:moveTo>
                    <a:pt x="0" y="1143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251119" y="6714363"/>
              <a:ext cx="3792972" cy="161925"/>
            </a:xfrm>
            <a:custGeom>
              <a:avLst/>
              <a:gdLst/>
              <a:ahLst/>
              <a:cxnLst/>
              <a:rect l="l" t="t" r="r" b="b"/>
              <a:pathLst>
                <a:path w="3792972" h="161925">
                  <a:moveTo>
                    <a:pt x="0" y="161925"/>
                  </a:moveTo>
                  <a:lnTo>
                    <a:pt x="0" y="0"/>
                  </a:lnTo>
                  <a:lnTo>
                    <a:pt x="3792972" y="0"/>
                  </a:lnTo>
                  <a:lnTo>
                    <a:pt x="3792972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3413675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3413675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7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6556423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556423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7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3955528" y="6314313"/>
              <a:ext cx="812779" cy="561975"/>
            </a:xfrm>
            <a:custGeom>
              <a:avLst/>
              <a:gdLst/>
              <a:ahLst/>
              <a:cxnLst/>
              <a:rect l="l" t="t" r="r" b="b"/>
              <a:pathLst>
                <a:path w="812779" h="561975">
                  <a:moveTo>
                    <a:pt x="0" y="561975"/>
                  </a:moveTo>
                  <a:lnTo>
                    <a:pt x="0" y="0"/>
                  </a:lnTo>
                  <a:lnTo>
                    <a:pt x="812779" y="0"/>
                  </a:lnTo>
                  <a:lnTo>
                    <a:pt x="812779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5635272" y="6314313"/>
              <a:ext cx="839873" cy="561975"/>
            </a:xfrm>
            <a:custGeom>
              <a:avLst/>
              <a:gdLst/>
              <a:ahLst/>
              <a:cxnLst/>
              <a:rect l="l" t="t" r="r" b="b"/>
              <a:pathLst>
                <a:path w="839873" h="561975">
                  <a:moveTo>
                    <a:pt x="0" y="561975"/>
                  </a:moveTo>
                  <a:lnTo>
                    <a:pt x="0" y="0"/>
                  </a:lnTo>
                  <a:lnTo>
                    <a:pt x="839873" y="0"/>
                  </a:lnTo>
                  <a:lnTo>
                    <a:pt x="839873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4714122" y="6114288"/>
              <a:ext cx="975336" cy="762000"/>
            </a:xfrm>
            <a:custGeom>
              <a:avLst/>
              <a:gdLst/>
              <a:ahLst/>
              <a:cxnLst/>
              <a:rect l="l" t="t" r="r" b="b"/>
              <a:pathLst>
                <a:path w="975336" h="762000">
                  <a:moveTo>
                    <a:pt x="0" y="762000"/>
                  </a:moveTo>
                  <a:lnTo>
                    <a:pt x="0" y="47625"/>
                  </a:lnTo>
                  <a:lnTo>
                    <a:pt x="135463" y="0"/>
                  </a:lnTo>
                  <a:lnTo>
                    <a:pt x="839872" y="0"/>
                  </a:lnTo>
                  <a:lnTo>
                    <a:pt x="975336" y="47625"/>
                  </a:lnTo>
                  <a:lnTo>
                    <a:pt x="975336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7369202" y="6833426"/>
              <a:ext cx="2329969" cy="42862"/>
            </a:xfrm>
            <a:custGeom>
              <a:avLst/>
              <a:gdLst/>
              <a:ahLst/>
              <a:cxnLst/>
              <a:rect l="l" t="t" r="r" b="b"/>
              <a:pathLst>
                <a:path w="2329969" h="42862">
                  <a:moveTo>
                    <a:pt x="0" y="42862"/>
                  </a:moveTo>
                  <a:lnTo>
                    <a:pt x="0" y="0"/>
                  </a:lnTo>
                  <a:lnTo>
                    <a:pt x="2329969" y="0"/>
                  </a:lnTo>
                  <a:lnTo>
                    <a:pt x="2329969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7558851" y="6790563"/>
              <a:ext cx="1950671" cy="85725"/>
            </a:xfrm>
            <a:custGeom>
              <a:avLst/>
              <a:gdLst/>
              <a:ahLst/>
              <a:cxnLst/>
              <a:rect l="l" t="t" r="r" b="b"/>
              <a:pathLst>
                <a:path w="1950671" h="85725">
                  <a:moveTo>
                    <a:pt x="0" y="85725"/>
                  </a:moveTo>
                  <a:lnTo>
                    <a:pt x="0" y="0"/>
                  </a:lnTo>
                  <a:lnTo>
                    <a:pt x="1950671" y="0"/>
                  </a:lnTo>
                  <a:lnTo>
                    <a:pt x="1950671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7721407" y="6476238"/>
              <a:ext cx="149010" cy="314325"/>
            </a:xfrm>
            <a:custGeom>
              <a:avLst/>
              <a:gdLst/>
              <a:ahLst/>
              <a:cxnLst/>
              <a:rect l="l" t="t" r="r" b="b"/>
              <a:pathLst>
                <a:path w="149010" h="314325">
                  <a:moveTo>
                    <a:pt x="0" y="314325"/>
                  </a:moveTo>
                  <a:lnTo>
                    <a:pt x="0" y="0"/>
                  </a:lnTo>
                  <a:lnTo>
                    <a:pt x="149010" y="0"/>
                  </a:lnTo>
                  <a:lnTo>
                    <a:pt x="149010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7992334" y="6361938"/>
              <a:ext cx="162555" cy="428625"/>
            </a:xfrm>
            <a:custGeom>
              <a:avLst/>
              <a:gdLst/>
              <a:ahLst/>
              <a:cxnLst/>
              <a:rect l="l" t="t" r="r" b="b"/>
              <a:pathLst>
                <a:path w="162555" h="428625">
                  <a:moveTo>
                    <a:pt x="0" y="428625"/>
                  </a:moveTo>
                  <a:lnTo>
                    <a:pt x="0" y="0"/>
                  </a:lnTo>
                  <a:lnTo>
                    <a:pt x="162555" y="0"/>
                  </a:lnTo>
                  <a:lnTo>
                    <a:pt x="162555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8913484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9197957" y="6476238"/>
              <a:ext cx="149009" cy="314325"/>
            </a:xfrm>
            <a:custGeom>
              <a:avLst/>
              <a:gdLst/>
              <a:ahLst/>
              <a:cxnLst/>
              <a:rect l="l" t="t" r="r" b="b"/>
              <a:pathLst>
                <a:path w="149009" h="314325">
                  <a:moveTo>
                    <a:pt x="0" y="314325"/>
                  </a:moveTo>
                  <a:lnTo>
                    <a:pt x="0" y="0"/>
                  </a:lnTo>
                  <a:lnTo>
                    <a:pt x="149009" y="0"/>
                  </a:lnTo>
                  <a:lnTo>
                    <a:pt x="149009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8317445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8669650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8317445" y="6614350"/>
              <a:ext cx="433483" cy="14288"/>
            </a:xfrm>
            <a:custGeom>
              <a:avLst/>
              <a:gdLst/>
              <a:ahLst/>
              <a:cxnLst/>
              <a:rect l="l" t="t" r="r" b="b"/>
              <a:pathLst>
                <a:path w="433483" h="14288">
                  <a:moveTo>
                    <a:pt x="0" y="14288"/>
                  </a:moveTo>
                  <a:lnTo>
                    <a:pt x="0" y="0"/>
                  </a:lnTo>
                  <a:lnTo>
                    <a:pt x="433483" y="0"/>
                  </a:lnTo>
                  <a:lnTo>
                    <a:pt x="433483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8317445" y="6471476"/>
              <a:ext cx="433483" cy="14287"/>
            </a:xfrm>
            <a:custGeom>
              <a:avLst/>
              <a:gdLst/>
              <a:ahLst/>
              <a:cxnLst/>
              <a:rect l="l" t="t" r="r" b="b"/>
              <a:pathLst>
                <a:path w="433483" h="14287">
                  <a:moveTo>
                    <a:pt x="0" y="14287"/>
                  </a:moveTo>
                  <a:lnTo>
                    <a:pt x="0" y="0"/>
                  </a:lnTo>
                  <a:lnTo>
                    <a:pt x="433483" y="0"/>
                  </a:lnTo>
                  <a:lnTo>
                    <a:pt x="433483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8317445" y="6328600"/>
              <a:ext cx="433483" cy="14288"/>
            </a:xfrm>
            <a:custGeom>
              <a:avLst/>
              <a:gdLst/>
              <a:ahLst/>
              <a:cxnLst/>
              <a:rect l="l" t="t" r="r" b="b"/>
              <a:pathLst>
                <a:path w="433483" h="14288">
                  <a:moveTo>
                    <a:pt x="0" y="14288"/>
                  </a:moveTo>
                  <a:lnTo>
                    <a:pt x="0" y="0"/>
                  </a:lnTo>
                  <a:lnTo>
                    <a:pt x="433483" y="0"/>
                  </a:lnTo>
                  <a:lnTo>
                    <a:pt x="433483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8154889" y="6085713"/>
              <a:ext cx="596039" cy="180975"/>
            </a:xfrm>
            <a:custGeom>
              <a:avLst/>
              <a:gdLst/>
              <a:ahLst/>
              <a:cxnLst/>
              <a:rect l="l" t="t" r="r" b="b"/>
              <a:pathLst>
                <a:path w="596039" h="180975">
                  <a:moveTo>
                    <a:pt x="162556" y="180975"/>
                  </a:moveTo>
                  <a:lnTo>
                    <a:pt x="596039" y="180975"/>
                  </a:lnTo>
                  <a:lnTo>
                    <a:pt x="460576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406390" y="28575"/>
                  </a:lnTo>
                  <a:lnTo>
                    <a:pt x="514761" y="152400"/>
                  </a:lnTo>
                  <a:lnTo>
                    <a:pt x="16255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9699171" y="6742938"/>
              <a:ext cx="460575" cy="133350"/>
            </a:xfrm>
            <a:custGeom>
              <a:avLst/>
              <a:gdLst/>
              <a:ahLst/>
              <a:cxnLst/>
              <a:rect l="l" t="t" r="r" b="b"/>
              <a:pathLst>
                <a:path w="460575" h="133350">
                  <a:moveTo>
                    <a:pt x="0" y="1333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9888819" y="6523863"/>
              <a:ext cx="216742" cy="352425"/>
            </a:xfrm>
            <a:custGeom>
              <a:avLst/>
              <a:gdLst/>
              <a:ahLst/>
              <a:cxnLst/>
              <a:rect l="l" t="t" r="r" b="b"/>
              <a:pathLst>
                <a:path w="216742" h="352425">
                  <a:moveTo>
                    <a:pt x="0" y="352425"/>
                  </a:moveTo>
                  <a:lnTo>
                    <a:pt x="0" y="0"/>
                  </a:lnTo>
                  <a:lnTo>
                    <a:pt x="216742" y="0"/>
                  </a:lnTo>
                  <a:lnTo>
                    <a:pt x="216742" y="3524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11649842" y="6666738"/>
              <a:ext cx="216741" cy="209550"/>
            </a:xfrm>
            <a:custGeom>
              <a:avLst/>
              <a:gdLst/>
              <a:ahLst/>
              <a:cxnLst/>
              <a:rect l="l" t="t" r="r" b="b"/>
              <a:pathLst>
                <a:path w="216741" h="209550">
                  <a:moveTo>
                    <a:pt x="0" y="209550"/>
                  </a:moveTo>
                  <a:lnTo>
                    <a:pt x="0" y="0"/>
                  </a:lnTo>
                  <a:lnTo>
                    <a:pt x="216741" y="0"/>
                  </a:lnTo>
                  <a:lnTo>
                    <a:pt x="216741" y="209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10132653" y="6771513"/>
              <a:ext cx="1544282" cy="104775"/>
            </a:xfrm>
            <a:custGeom>
              <a:avLst/>
              <a:gdLst/>
              <a:ahLst/>
              <a:cxnLst/>
              <a:rect l="l" t="t" r="r" b="b"/>
              <a:pathLst>
                <a:path w="1544282" h="104775">
                  <a:moveTo>
                    <a:pt x="0" y="104775"/>
                  </a:moveTo>
                  <a:lnTo>
                    <a:pt x="0" y="0"/>
                  </a:lnTo>
                  <a:lnTo>
                    <a:pt x="1544282" y="0"/>
                  </a:lnTo>
                  <a:lnTo>
                    <a:pt x="1544282" y="1047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10295209" y="6380988"/>
              <a:ext cx="1219170" cy="390525"/>
            </a:xfrm>
            <a:custGeom>
              <a:avLst/>
              <a:gdLst/>
              <a:ahLst/>
              <a:cxnLst/>
              <a:rect l="l" t="t" r="r" b="b"/>
              <a:pathLst>
                <a:path w="1219170" h="390525">
                  <a:moveTo>
                    <a:pt x="0" y="390525"/>
                  </a:moveTo>
                  <a:lnTo>
                    <a:pt x="0" y="0"/>
                  </a:lnTo>
                  <a:lnTo>
                    <a:pt x="1219170" y="0"/>
                  </a:lnTo>
                  <a:lnTo>
                    <a:pt x="1219170" y="3905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10227478" y="6342888"/>
              <a:ext cx="1354632" cy="38100"/>
            </a:xfrm>
            <a:custGeom>
              <a:avLst/>
              <a:gdLst/>
              <a:ahLst/>
              <a:cxnLst/>
              <a:rect l="l" t="t" r="r" b="b"/>
              <a:pathLst>
                <a:path w="1354632" h="38100">
                  <a:moveTo>
                    <a:pt x="0" y="38100"/>
                  </a:moveTo>
                  <a:lnTo>
                    <a:pt x="0" y="0"/>
                  </a:lnTo>
                  <a:lnTo>
                    <a:pt x="1354632" y="0"/>
                  </a:lnTo>
                  <a:lnTo>
                    <a:pt x="1354632" y="38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10884475" y="6285738"/>
              <a:ext cx="40639" cy="57150"/>
            </a:xfrm>
            <a:custGeom>
              <a:avLst/>
              <a:gdLst/>
              <a:ahLst/>
              <a:cxnLst/>
              <a:rect l="l" t="t" r="r" b="b"/>
              <a:pathLst>
                <a:path w="40639" h="57150">
                  <a:moveTo>
                    <a:pt x="0" y="5715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57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1893676" y="5857113"/>
              <a:ext cx="460575" cy="1019175"/>
            </a:xfrm>
            <a:custGeom>
              <a:avLst/>
              <a:gdLst/>
              <a:ahLst/>
              <a:cxnLst/>
              <a:rect l="l" t="t" r="r" b="b"/>
              <a:pathLst>
                <a:path w="460575" h="1019175">
                  <a:moveTo>
                    <a:pt x="0" y="1019175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10191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12103644" y="5695188"/>
              <a:ext cx="40639" cy="161925"/>
            </a:xfrm>
            <a:custGeom>
              <a:avLst/>
              <a:gdLst/>
              <a:ahLst/>
              <a:cxnLst/>
              <a:rect l="l" t="t" r="r" b="b"/>
              <a:pathLst>
                <a:path w="40639" h="161925">
                  <a:moveTo>
                    <a:pt x="0" y="161925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7" name="Label pill"/>
          <p:cNvSpPr/>
          <p:nvPr/>
        </p:nvSpPr>
        <p:spPr>
          <a:xfrm>
            <a:off x="457200" y="292608"/>
            <a:ext cx="18882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08 / 14  ·  Joyti</a:t>
            </a:r>
          </a:p>
        </p:txBody>
      </p:sp>
      <p:sp>
        <p:nvSpPr>
          <p:cNvPr id="58" name="Label pill"/>
          <p:cNvSpPr/>
          <p:nvPr/>
        </p:nvSpPr>
        <p:spPr>
          <a:xfrm>
            <a:off x="10362895" y="292608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Screens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0" spc="-150">
                <a:solidFill>
                  <a:srgbClr val="101C2E"/>
                </a:solidFill>
                <a:latin typeface="Bricolage Grotesque ExtraBold"/>
              </a:rPr>
              <a:t>JOYTI · SCREENS</a:t>
            </a:r>
          </a:p>
        </p:txBody>
      </p:sp>
      <p:grpSp>
        <p:nvGrpSpPr>
          <p:cNvPr id="61" name="Screenshot placeholder (browser): Issue Feed with filters and votes"/>
          <p:cNvGrpSpPr/>
          <p:nvPr/>
        </p:nvGrpSpPr>
        <p:grpSpPr>
          <a:xfrm>
            <a:off x="548640" y="1645920"/>
            <a:ext cx="4160520" cy="3566160"/>
            <a:chOff x="548640" y="1645920"/>
            <a:chExt cx="4160520" cy="3566160"/>
          </a:xfrm>
        </p:grpSpPr>
        <p:sp>
          <p:nvSpPr>
            <p:cNvPr id="62" name="Rounded Rectangle 61"/>
            <p:cNvSpPr/>
            <p:nvPr/>
          </p:nvSpPr>
          <p:spPr>
            <a:xfrm>
              <a:off x="548640" y="1645920"/>
              <a:ext cx="4160520" cy="35661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63" name="Connector 62"/>
            <p:cNvCxnSpPr/>
            <p:nvPr/>
          </p:nvCxnSpPr>
          <p:spPr>
            <a:xfrm>
              <a:off x="566928" y="2029968"/>
              <a:ext cx="412394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13232" y="178308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5" name="Oval 64"/>
            <p:cNvSpPr/>
            <p:nvPr/>
          </p:nvSpPr>
          <p:spPr>
            <a:xfrm>
              <a:off x="896112" y="178308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6" name="Oval 65"/>
            <p:cNvSpPr/>
            <p:nvPr/>
          </p:nvSpPr>
          <p:spPr>
            <a:xfrm>
              <a:off x="1078992" y="178308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7" name="Rounded Rectangle 66"/>
            <p:cNvSpPr/>
            <p:nvPr/>
          </p:nvSpPr>
          <p:spPr>
            <a:xfrm>
              <a:off x="1325880" y="1719072"/>
              <a:ext cx="320040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/feed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2427732" y="31181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TextBox 68"/>
            <p:cNvSpPr txBox="1"/>
            <p:nvPr/>
          </p:nvSpPr>
          <p:spPr>
            <a:xfrm>
              <a:off x="777240" y="3529584"/>
              <a:ext cx="370332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Issue Feed with filters and votes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548640" y="5349240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6A85"/>
                </a:solidFill>
                <a:latin typeface="Figtree"/>
              </a:rPr>
              <a:t>/feed</a:t>
            </a:r>
          </a:p>
        </p:txBody>
      </p:sp>
      <p:grpSp>
        <p:nvGrpSpPr>
          <p:cNvPr id="71" name="Screenshot placeholder (browser): My Reports with LevelCard"/>
          <p:cNvGrpSpPr/>
          <p:nvPr/>
        </p:nvGrpSpPr>
        <p:grpSpPr>
          <a:xfrm>
            <a:off x="4983480" y="1645920"/>
            <a:ext cx="4160520" cy="3566160"/>
            <a:chOff x="4983480" y="1645920"/>
            <a:chExt cx="4160520" cy="3566160"/>
          </a:xfrm>
        </p:grpSpPr>
        <p:sp>
          <p:nvSpPr>
            <p:cNvPr id="72" name="Rounded Rectangle 71"/>
            <p:cNvSpPr/>
            <p:nvPr/>
          </p:nvSpPr>
          <p:spPr>
            <a:xfrm>
              <a:off x="4983480" y="1645920"/>
              <a:ext cx="4160520" cy="35661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73" name="Connector 72"/>
            <p:cNvCxnSpPr/>
            <p:nvPr/>
          </p:nvCxnSpPr>
          <p:spPr>
            <a:xfrm>
              <a:off x="5001768" y="2029968"/>
              <a:ext cx="412394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/>
            <p:cNvSpPr/>
            <p:nvPr/>
          </p:nvSpPr>
          <p:spPr>
            <a:xfrm>
              <a:off x="5148072" y="178308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5" name="Oval 74"/>
            <p:cNvSpPr/>
            <p:nvPr/>
          </p:nvSpPr>
          <p:spPr>
            <a:xfrm>
              <a:off x="5330952" y="178308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6" name="Oval 75"/>
            <p:cNvSpPr/>
            <p:nvPr/>
          </p:nvSpPr>
          <p:spPr>
            <a:xfrm>
              <a:off x="5513832" y="178308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7" name="Rounded Rectangle 76"/>
            <p:cNvSpPr/>
            <p:nvPr/>
          </p:nvSpPr>
          <p:spPr>
            <a:xfrm>
              <a:off x="5760720" y="1719072"/>
              <a:ext cx="320040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/my-reports</a:t>
              </a: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6862572" y="31181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9" name="TextBox 78"/>
            <p:cNvSpPr txBox="1"/>
            <p:nvPr/>
          </p:nvSpPr>
          <p:spPr>
            <a:xfrm>
              <a:off x="5212080" y="3529584"/>
              <a:ext cx="370332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My Reports with LevelCard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4983480" y="5349240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6A85"/>
                </a:solidFill>
                <a:latin typeface="Figtree"/>
              </a:rPr>
              <a:t>/my-reports</a:t>
            </a:r>
          </a:p>
        </p:txBody>
      </p:sp>
      <p:grpSp>
        <p:nvGrpSpPr>
          <p:cNvPr id="81" name="Screenshot placeholder (phone): Help chat (ChatWidget) open"/>
          <p:cNvGrpSpPr/>
          <p:nvPr/>
        </p:nvGrpSpPr>
        <p:grpSpPr>
          <a:xfrm>
            <a:off x="9418320" y="1645920"/>
            <a:ext cx="2423160" cy="3566160"/>
            <a:chOff x="9418320" y="1645920"/>
            <a:chExt cx="2423160" cy="3566160"/>
          </a:xfrm>
        </p:grpSpPr>
        <p:sp>
          <p:nvSpPr>
            <p:cNvPr id="82" name="Rounded Rectangle 81"/>
            <p:cNvSpPr/>
            <p:nvPr/>
          </p:nvSpPr>
          <p:spPr>
            <a:xfrm>
              <a:off x="9418320" y="1645920"/>
              <a:ext cx="2423160" cy="35661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3" name="Rounded Rectangle 82"/>
            <p:cNvSpPr/>
            <p:nvPr/>
          </p:nvSpPr>
          <p:spPr>
            <a:xfrm>
              <a:off x="10309860" y="1773936"/>
              <a:ext cx="640080" cy="109728"/>
            </a:xfrm>
            <a:prstGeom prst="roundRect">
              <a:avLst>
                <a:gd name="adj" fmla="val 50000"/>
              </a:avLst>
            </a:prstGeom>
            <a:solidFill>
              <a:srgbClr val="CBD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4" name="Rounded Rectangle 83"/>
            <p:cNvSpPr/>
            <p:nvPr/>
          </p:nvSpPr>
          <p:spPr>
            <a:xfrm>
              <a:off x="10428732" y="2862072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5" name="TextBox 84"/>
            <p:cNvSpPr txBox="1"/>
            <p:nvPr/>
          </p:nvSpPr>
          <p:spPr>
            <a:xfrm>
              <a:off x="9555480" y="3291840"/>
              <a:ext cx="2148840" cy="10972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Help chat (ChatWidget) open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9418320" y="53492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6A85"/>
                </a:solidFill>
                <a:latin typeface="Figtree"/>
              </a:rPr>
              <a:t>any citizen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-115137" y="6290500"/>
              <a:ext cx="665234" cy="585788"/>
            </a:xfrm>
            <a:custGeom>
              <a:avLst/>
              <a:gdLst/>
              <a:ahLst/>
              <a:cxnLst/>
              <a:rect l="l" t="t" r="r" b="b"/>
              <a:pathLst>
                <a:path w="665234" h="585788">
                  <a:moveTo>
                    <a:pt x="0" y="585788"/>
                  </a:moveTo>
                  <a:lnTo>
                    <a:pt x="0" y="0"/>
                  </a:lnTo>
                  <a:lnTo>
                    <a:pt x="665234" y="0"/>
                  </a:lnTo>
                  <a:lnTo>
                    <a:pt x="665234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831543" y="6404800"/>
              <a:ext cx="767578" cy="471488"/>
            </a:xfrm>
            <a:custGeom>
              <a:avLst/>
              <a:gdLst/>
              <a:ahLst/>
              <a:cxnLst/>
              <a:rect l="l" t="t" r="r" b="b"/>
              <a:pathLst>
                <a:path w="767578" h="471488">
                  <a:moveTo>
                    <a:pt x="0" y="471488"/>
                  </a:moveTo>
                  <a:lnTo>
                    <a:pt x="0" y="0"/>
                  </a:lnTo>
                  <a:lnTo>
                    <a:pt x="767578" y="0"/>
                  </a:lnTo>
                  <a:lnTo>
                    <a:pt x="767578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985058" y="6333363"/>
              <a:ext cx="460547" cy="542925"/>
            </a:xfrm>
            <a:custGeom>
              <a:avLst/>
              <a:gdLst/>
              <a:ahLst/>
              <a:cxnLst/>
              <a:rect l="l" t="t" r="r" b="b"/>
              <a:pathLst>
                <a:path w="460547" h="542925">
                  <a:moveTo>
                    <a:pt x="0" y="542925"/>
                  </a:moveTo>
                  <a:lnTo>
                    <a:pt x="0" y="0"/>
                  </a:lnTo>
                  <a:lnTo>
                    <a:pt x="460547" y="0"/>
                  </a:lnTo>
                  <a:lnTo>
                    <a:pt x="46054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4733397" y="6319076"/>
              <a:ext cx="601269" cy="557212"/>
            </a:xfrm>
            <a:custGeom>
              <a:avLst/>
              <a:gdLst/>
              <a:ahLst/>
              <a:cxnLst/>
              <a:rect l="l" t="t" r="r" b="b"/>
              <a:pathLst>
                <a:path w="601269" h="557212">
                  <a:moveTo>
                    <a:pt x="0" y="557212"/>
                  </a:moveTo>
                  <a:lnTo>
                    <a:pt x="0" y="0"/>
                  </a:lnTo>
                  <a:lnTo>
                    <a:pt x="601269" y="0"/>
                  </a:lnTo>
                  <a:lnTo>
                    <a:pt x="601269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023338" y="6166675"/>
              <a:ext cx="767577" cy="709613"/>
            </a:xfrm>
            <a:custGeom>
              <a:avLst/>
              <a:gdLst/>
              <a:ahLst/>
              <a:cxnLst/>
              <a:rect l="l" t="t" r="r" b="b"/>
              <a:pathLst>
                <a:path w="767577" h="709613">
                  <a:moveTo>
                    <a:pt x="0" y="709613"/>
                  </a:moveTo>
                  <a:lnTo>
                    <a:pt x="0" y="0"/>
                  </a:lnTo>
                  <a:lnTo>
                    <a:pt x="767577" y="0"/>
                  </a:lnTo>
                  <a:lnTo>
                    <a:pt x="767577" y="7096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7931638" y="6204776"/>
              <a:ext cx="562890" cy="671512"/>
            </a:xfrm>
            <a:custGeom>
              <a:avLst/>
              <a:gdLst/>
              <a:ahLst/>
              <a:cxnLst/>
              <a:rect l="l" t="t" r="r" b="b"/>
              <a:pathLst>
                <a:path w="562890" h="671512">
                  <a:moveTo>
                    <a:pt x="0" y="671512"/>
                  </a:moveTo>
                  <a:lnTo>
                    <a:pt x="0" y="0"/>
                  </a:lnTo>
                  <a:lnTo>
                    <a:pt x="562890" y="0"/>
                  </a:lnTo>
                  <a:lnTo>
                    <a:pt x="562890" y="6715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8044216" y="6100000"/>
              <a:ext cx="337734" cy="776288"/>
            </a:xfrm>
            <a:custGeom>
              <a:avLst/>
              <a:gdLst/>
              <a:ahLst/>
              <a:cxnLst/>
              <a:rect l="l" t="t" r="r" b="b"/>
              <a:pathLst>
                <a:path w="337734" h="776288">
                  <a:moveTo>
                    <a:pt x="0" y="776288"/>
                  </a:moveTo>
                  <a:lnTo>
                    <a:pt x="0" y="0"/>
                  </a:lnTo>
                  <a:lnTo>
                    <a:pt x="337734" y="0"/>
                  </a:lnTo>
                  <a:lnTo>
                    <a:pt x="337734" y="776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775974" y="6252400"/>
              <a:ext cx="422167" cy="623888"/>
            </a:xfrm>
            <a:custGeom>
              <a:avLst/>
              <a:gdLst/>
              <a:ahLst/>
              <a:cxnLst/>
              <a:rect l="l" t="t" r="r" b="b"/>
              <a:pathLst>
                <a:path w="422167" h="623888">
                  <a:moveTo>
                    <a:pt x="0" y="623888"/>
                  </a:moveTo>
                  <a:lnTo>
                    <a:pt x="0" y="0"/>
                  </a:lnTo>
                  <a:lnTo>
                    <a:pt x="422167" y="0"/>
                  </a:lnTo>
                  <a:lnTo>
                    <a:pt x="422167" y="6238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338864" y="6504813"/>
              <a:ext cx="460547" cy="371475"/>
            </a:xfrm>
            <a:custGeom>
              <a:avLst/>
              <a:gdLst/>
              <a:ahLst/>
              <a:cxnLst/>
              <a:rect l="l" t="t" r="r" b="b"/>
              <a:pathLst>
                <a:path w="460547" h="371475">
                  <a:moveTo>
                    <a:pt x="0" y="371475"/>
                  </a:moveTo>
                  <a:lnTo>
                    <a:pt x="0" y="0"/>
                  </a:lnTo>
                  <a:lnTo>
                    <a:pt x="460547" y="0"/>
                  </a:lnTo>
                  <a:lnTo>
                    <a:pt x="460547" y="3714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0106442" y="6476238"/>
              <a:ext cx="447754" cy="400050"/>
            </a:xfrm>
            <a:custGeom>
              <a:avLst/>
              <a:gdLst/>
              <a:ahLst/>
              <a:cxnLst/>
              <a:rect l="l" t="t" r="r" b="b"/>
              <a:pathLst>
                <a:path w="447754" h="400050">
                  <a:moveTo>
                    <a:pt x="0" y="400050"/>
                  </a:moveTo>
                  <a:lnTo>
                    <a:pt x="0" y="0"/>
                  </a:lnTo>
                  <a:lnTo>
                    <a:pt x="447754" y="0"/>
                  </a:lnTo>
                  <a:lnTo>
                    <a:pt x="447754" y="4000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195993" y="6423850"/>
              <a:ext cx="268652" cy="452438"/>
            </a:xfrm>
            <a:custGeom>
              <a:avLst/>
              <a:gdLst/>
              <a:ahLst/>
              <a:cxnLst/>
              <a:rect l="l" t="t" r="r" b="b"/>
              <a:pathLst>
                <a:path w="268652" h="452438">
                  <a:moveTo>
                    <a:pt x="0" y="452438"/>
                  </a:moveTo>
                  <a:lnTo>
                    <a:pt x="0" y="0"/>
                  </a:lnTo>
                  <a:lnTo>
                    <a:pt x="268652" y="0"/>
                  </a:lnTo>
                  <a:lnTo>
                    <a:pt x="268652" y="4524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0720504" y="6200013"/>
              <a:ext cx="383789" cy="676275"/>
            </a:xfrm>
            <a:custGeom>
              <a:avLst/>
              <a:gdLst/>
              <a:ahLst/>
              <a:cxnLst/>
              <a:rect l="l" t="t" r="r" b="b"/>
              <a:pathLst>
                <a:path w="383789" h="676275">
                  <a:moveTo>
                    <a:pt x="0" y="676275"/>
                  </a:moveTo>
                  <a:lnTo>
                    <a:pt x="0" y="0"/>
                  </a:lnTo>
                  <a:lnTo>
                    <a:pt x="383789" y="0"/>
                  </a:lnTo>
                  <a:lnTo>
                    <a:pt x="383789" y="676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797262" y="6138100"/>
              <a:ext cx="230273" cy="738188"/>
            </a:xfrm>
            <a:custGeom>
              <a:avLst/>
              <a:gdLst/>
              <a:ahLst/>
              <a:cxnLst/>
              <a:rect l="l" t="t" r="r" b="b"/>
              <a:pathLst>
                <a:path w="230273" h="738188">
                  <a:moveTo>
                    <a:pt x="0" y="738188"/>
                  </a:moveTo>
                  <a:lnTo>
                    <a:pt x="0" y="0"/>
                  </a:lnTo>
                  <a:lnTo>
                    <a:pt x="230273" y="0"/>
                  </a:lnTo>
                  <a:lnTo>
                    <a:pt x="230273" y="7381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1372945" y="6528626"/>
              <a:ext cx="626856" cy="347662"/>
            </a:xfrm>
            <a:custGeom>
              <a:avLst/>
              <a:gdLst/>
              <a:ahLst/>
              <a:cxnLst/>
              <a:rect l="l" t="t" r="r" b="b"/>
              <a:pathLst>
                <a:path w="626856" h="347662">
                  <a:moveTo>
                    <a:pt x="0" y="347662"/>
                  </a:moveTo>
                  <a:lnTo>
                    <a:pt x="0" y="0"/>
                  </a:lnTo>
                  <a:lnTo>
                    <a:pt x="626856" y="0"/>
                  </a:lnTo>
                  <a:lnTo>
                    <a:pt x="626856" y="3476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1498317" y="6452425"/>
              <a:ext cx="376113" cy="423863"/>
            </a:xfrm>
            <a:custGeom>
              <a:avLst/>
              <a:gdLst/>
              <a:ahLst/>
              <a:cxnLst/>
              <a:rect l="l" t="t" r="r" b="b"/>
              <a:pathLst>
                <a:path w="376113" h="423863">
                  <a:moveTo>
                    <a:pt x="0" y="423863"/>
                  </a:moveTo>
                  <a:lnTo>
                    <a:pt x="0" y="0"/>
                  </a:lnTo>
                  <a:lnTo>
                    <a:pt x="376113" y="0"/>
                  </a:lnTo>
                  <a:lnTo>
                    <a:pt x="376113" y="42386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5168358" y="6095238"/>
              <a:ext cx="1176952" cy="438150"/>
            </a:xfrm>
            <a:custGeom>
              <a:avLst/>
              <a:gdLst/>
              <a:ahLst/>
              <a:cxnLst/>
              <a:rect l="l" t="t" r="r" b="b"/>
              <a:pathLst>
                <a:path w="1176952" h="438150">
                  <a:moveTo>
                    <a:pt x="1176952" y="219075"/>
                  </a:moveTo>
                  <a:lnTo>
                    <a:pt x="1165645" y="176336"/>
                  </a:lnTo>
                  <a:lnTo>
                    <a:pt x="1132157" y="135239"/>
                  </a:lnTo>
                  <a:lnTo>
                    <a:pt x="1077776" y="97363"/>
                  </a:lnTo>
                  <a:lnTo>
                    <a:pt x="1004592" y="64166"/>
                  </a:lnTo>
                  <a:lnTo>
                    <a:pt x="915416" y="36921"/>
                  </a:lnTo>
                  <a:lnTo>
                    <a:pt x="813676" y="16676"/>
                  </a:lnTo>
                  <a:lnTo>
                    <a:pt x="703282" y="4209"/>
                  </a:lnTo>
                  <a:lnTo>
                    <a:pt x="588476" y="0"/>
                  </a:lnTo>
                  <a:lnTo>
                    <a:pt x="473670" y="4209"/>
                  </a:lnTo>
                  <a:lnTo>
                    <a:pt x="363276" y="16676"/>
                  </a:lnTo>
                  <a:lnTo>
                    <a:pt x="261536" y="36921"/>
                  </a:lnTo>
                  <a:lnTo>
                    <a:pt x="172360" y="64166"/>
                  </a:lnTo>
                  <a:lnTo>
                    <a:pt x="99176" y="97363"/>
                  </a:lnTo>
                  <a:lnTo>
                    <a:pt x="44795" y="135239"/>
                  </a:lnTo>
                  <a:lnTo>
                    <a:pt x="11307" y="176336"/>
                  </a:lnTo>
                  <a:lnTo>
                    <a:pt x="0" y="219075"/>
                  </a:lnTo>
                  <a:lnTo>
                    <a:pt x="11307" y="261814"/>
                  </a:lnTo>
                  <a:lnTo>
                    <a:pt x="44795" y="302911"/>
                  </a:lnTo>
                  <a:lnTo>
                    <a:pt x="99176" y="340787"/>
                  </a:lnTo>
                  <a:lnTo>
                    <a:pt x="172360" y="373984"/>
                  </a:lnTo>
                  <a:lnTo>
                    <a:pt x="261536" y="401229"/>
                  </a:lnTo>
                  <a:lnTo>
                    <a:pt x="363276" y="421474"/>
                  </a:lnTo>
                  <a:lnTo>
                    <a:pt x="473670" y="433941"/>
                  </a:lnTo>
                  <a:lnTo>
                    <a:pt x="588476" y="438150"/>
                  </a:lnTo>
                  <a:lnTo>
                    <a:pt x="703282" y="433941"/>
                  </a:lnTo>
                  <a:lnTo>
                    <a:pt x="813676" y="421474"/>
                  </a:lnTo>
                  <a:lnTo>
                    <a:pt x="915416" y="401229"/>
                  </a:lnTo>
                  <a:lnTo>
                    <a:pt x="1004592" y="373984"/>
                  </a:lnTo>
                  <a:lnTo>
                    <a:pt x="1077776" y="340787"/>
                  </a:lnTo>
                  <a:lnTo>
                    <a:pt x="1132157" y="302911"/>
                  </a:lnTo>
                  <a:lnTo>
                    <a:pt x="1165645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-358203" y="6657213"/>
              <a:ext cx="486133" cy="219075"/>
            </a:xfrm>
            <a:custGeom>
              <a:avLst/>
              <a:gdLst/>
              <a:ahLst/>
              <a:cxnLst/>
              <a:rect l="l" t="t" r="r" b="b"/>
              <a:pathLst>
                <a:path w="486133" h="219075">
                  <a:moveTo>
                    <a:pt x="0" y="219075"/>
                  </a:moveTo>
                  <a:lnTo>
                    <a:pt x="0" y="0"/>
                  </a:lnTo>
                  <a:lnTo>
                    <a:pt x="486133" y="0"/>
                  </a:lnTo>
                  <a:lnTo>
                    <a:pt x="486133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27930" y="6304788"/>
              <a:ext cx="358203" cy="571500"/>
            </a:xfrm>
            <a:custGeom>
              <a:avLst/>
              <a:gdLst/>
              <a:ahLst/>
              <a:cxnLst/>
              <a:rect l="l" t="t" r="r" b="b"/>
              <a:pathLst>
                <a:path w="358203" h="571500">
                  <a:moveTo>
                    <a:pt x="0" y="571500"/>
                  </a:moveTo>
                  <a:lnTo>
                    <a:pt x="0" y="0"/>
                  </a:lnTo>
                  <a:lnTo>
                    <a:pt x="358203" y="0"/>
                  </a:lnTo>
                  <a:lnTo>
                    <a:pt x="358203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79102" y="6228588"/>
              <a:ext cx="255859" cy="647700"/>
            </a:xfrm>
            <a:custGeom>
              <a:avLst/>
              <a:gdLst/>
              <a:ahLst/>
              <a:cxnLst/>
              <a:rect l="l" t="t" r="r" b="b"/>
              <a:pathLst>
                <a:path w="255859" h="647700">
                  <a:moveTo>
                    <a:pt x="0" y="647700"/>
                  </a:moveTo>
                  <a:lnTo>
                    <a:pt x="0" y="0"/>
                  </a:lnTo>
                  <a:lnTo>
                    <a:pt x="255859" y="0"/>
                  </a:lnTo>
                  <a:lnTo>
                    <a:pt x="255859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486133" y="6685788"/>
              <a:ext cx="281445" cy="190500"/>
            </a:xfrm>
            <a:custGeom>
              <a:avLst/>
              <a:gdLst/>
              <a:ahLst/>
              <a:cxnLst/>
              <a:rect l="l" t="t" r="r" b="b"/>
              <a:pathLst>
                <a:path w="281445" h="190500">
                  <a:moveTo>
                    <a:pt x="0" y="190500"/>
                  </a:moveTo>
                  <a:lnTo>
                    <a:pt x="0" y="0"/>
                  </a:lnTo>
                  <a:lnTo>
                    <a:pt x="281445" y="0"/>
                  </a:lnTo>
                  <a:lnTo>
                    <a:pt x="281445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87842" y="6114288"/>
              <a:ext cx="38379" cy="114300"/>
            </a:xfrm>
            <a:custGeom>
              <a:avLst/>
              <a:gdLst/>
              <a:ahLst/>
              <a:cxnLst/>
              <a:rect l="l" t="t" r="r" b="b"/>
              <a:pathLst>
                <a:path w="38379" h="114300">
                  <a:moveTo>
                    <a:pt x="0" y="114300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767578" y="6714363"/>
              <a:ext cx="3582030" cy="161925"/>
            </a:xfrm>
            <a:custGeom>
              <a:avLst/>
              <a:gdLst/>
              <a:ahLst/>
              <a:cxnLst/>
              <a:rect l="l" t="t" r="r" b="b"/>
              <a:pathLst>
                <a:path w="3582030" h="161925">
                  <a:moveTo>
                    <a:pt x="0" y="161925"/>
                  </a:moveTo>
                  <a:lnTo>
                    <a:pt x="0" y="0"/>
                  </a:lnTo>
                  <a:lnTo>
                    <a:pt x="3582030" y="0"/>
                  </a:lnTo>
                  <a:lnTo>
                    <a:pt x="358203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921093" y="6438138"/>
              <a:ext cx="434961" cy="438150"/>
            </a:xfrm>
            <a:custGeom>
              <a:avLst/>
              <a:gdLst/>
              <a:ahLst/>
              <a:cxnLst/>
              <a:rect l="l" t="t" r="r" b="b"/>
              <a:pathLst>
                <a:path w="434961" h="438150">
                  <a:moveTo>
                    <a:pt x="0" y="4381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921093" y="6404800"/>
              <a:ext cx="434961" cy="33338"/>
            </a:xfrm>
            <a:custGeom>
              <a:avLst/>
              <a:gdLst/>
              <a:ahLst/>
              <a:cxnLst/>
              <a:rect l="l" t="t" r="r" b="b"/>
              <a:pathLst>
                <a:path w="434961" h="33338">
                  <a:moveTo>
                    <a:pt x="0" y="33338"/>
                  </a:moveTo>
                  <a:lnTo>
                    <a:pt x="217481" y="0"/>
                  </a:lnTo>
                  <a:lnTo>
                    <a:pt x="434961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3889061" y="6438138"/>
              <a:ext cx="434961" cy="438150"/>
            </a:xfrm>
            <a:custGeom>
              <a:avLst/>
              <a:gdLst/>
              <a:ahLst/>
              <a:cxnLst/>
              <a:rect l="l" t="t" r="r" b="b"/>
              <a:pathLst>
                <a:path w="434961" h="438150">
                  <a:moveTo>
                    <a:pt x="0" y="4381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89061" y="6404800"/>
              <a:ext cx="434961" cy="33338"/>
            </a:xfrm>
            <a:custGeom>
              <a:avLst/>
              <a:gdLst/>
              <a:ahLst/>
              <a:cxnLst/>
              <a:rect l="l" t="t" r="r" b="b"/>
              <a:pathLst>
                <a:path w="434961" h="33338">
                  <a:moveTo>
                    <a:pt x="0" y="33338"/>
                  </a:moveTo>
                  <a:lnTo>
                    <a:pt x="217481" y="0"/>
                  </a:lnTo>
                  <a:lnTo>
                    <a:pt x="434961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432812" y="6314313"/>
              <a:ext cx="767578" cy="561975"/>
            </a:xfrm>
            <a:custGeom>
              <a:avLst/>
              <a:gdLst/>
              <a:ahLst/>
              <a:cxnLst/>
              <a:rect l="l" t="t" r="r" b="b"/>
              <a:pathLst>
                <a:path w="767578" h="561975">
                  <a:moveTo>
                    <a:pt x="0" y="561975"/>
                  </a:moveTo>
                  <a:lnTo>
                    <a:pt x="0" y="0"/>
                  </a:lnTo>
                  <a:lnTo>
                    <a:pt x="767578" y="0"/>
                  </a:lnTo>
                  <a:lnTo>
                    <a:pt x="767578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3019140" y="6314313"/>
              <a:ext cx="793163" cy="561975"/>
            </a:xfrm>
            <a:custGeom>
              <a:avLst/>
              <a:gdLst/>
              <a:ahLst/>
              <a:cxnLst/>
              <a:rect l="l" t="t" r="r" b="b"/>
              <a:pathLst>
                <a:path w="793163" h="561975">
                  <a:moveTo>
                    <a:pt x="0" y="561975"/>
                  </a:moveTo>
                  <a:lnTo>
                    <a:pt x="0" y="0"/>
                  </a:lnTo>
                  <a:lnTo>
                    <a:pt x="793163" y="0"/>
                  </a:lnTo>
                  <a:lnTo>
                    <a:pt x="793163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2149218" y="6114288"/>
              <a:ext cx="921093" cy="762000"/>
            </a:xfrm>
            <a:custGeom>
              <a:avLst/>
              <a:gdLst/>
              <a:ahLst/>
              <a:cxnLst/>
              <a:rect l="l" t="t" r="r" b="b"/>
              <a:pathLst>
                <a:path w="921093" h="762000">
                  <a:moveTo>
                    <a:pt x="0" y="762000"/>
                  </a:moveTo>
                  <a:lnTo>
                    <a:pt x="0" y="47625"/>
                  </a:lnTo>
                  <a:lnTo>
                    <a:pt x="127930" y="0"/>
                  </a:lnTo>
                  <a:lnTo>
                    <a:pt x="793164" y="0"/>
                  </a:lnTo>
                  <a:lnTo>
                    <a:pt x="921093" y="47625"/>
                  </a:lnTo>
                  <a:lnTo>
                    <a:pt x="921093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4656639" y="6833426"/>
              <a:ext cx="2200390" cy="42862"/>
            </a:xfrm>
            <a:custGeom>
              <a:avLst/>
              <a:gdLst/>
              <a:ahLst/>
              <a:cxnLst/>
              <a:rect l="l" t="t" r="r" b="b"/>
              <a:pathLst>
                <a:path w="2200390" h="42862">
                  <a:moveTo>
                    <a:pt x="0" y="42862"/>
                  </a:moveTo>
                  <a:lnTo>
                    <a:pt x="0" y="0"/>
                  </a:lnTo>
                  <a:lnTo>
                    <a:pt x="2200390" y="0"/>
                  </a:lnTo>
                  <a:lnTo>
                    <a:pt x="2200390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4835741" y="6790563"/>
              <a:ext cx="1842186" cy="85725"/>
            </a:xfrm>
            <a:custGeom>
              <a:avLst/>
              <a:gdLst/>
              <a:ahLst/>
              <a:cxnLst/>
              <a:rect l="l" t="t" r="r" b="b"/>
              <a:pathLst>
                <a:path w="1842186" h="85725">
                  <a:moveTo>
                    <a:pt x="0" y="85725"/>
                  </a:moveTo>
                  <a:lnTo>
                    <a:pt x="0" y="0"/>
                  </a:lnTo>
                  <a:lnTo>
                    <a:pt x="1842186" y="0"/>
                  </a:lnTo>
                  <a:lnTo>
                    <a:pt x="1842186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4989256" y="6476238"/>
              <a:ext cx="140723" cy="314325"/>
            </a:xfrm>
            <a:custGeom>
              <a:avLst/>
              <a:gdLst/>
              <a:ahLst/>
              <a:cxnLst/>
              <a:rect l="l" t="t" r="r" b="b"/>
              <a:pathLst>
                <a:path w="140723" h="314325">
                  <a:moveTo>
                    <a:pt x="0" y="314325"/>
                  </a:moveTo>
                  <a:lnTo>
                    <a:pt x="0" y="0"/>
                  </a:lnTo>
                  <a:lnTo>
                    <a:pt x="140723" y="0"/>
                  </a:lnTo>
                  <a:lnTo>
                    <a:pt x="140723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5245115" y="6361938"/>
              <a:ext cx="153516" cy="428625"/>
            </a:xfrm>
            <a:custGeom>
              <a:avLst/>
              <a:gdLst/>
              <a:ahLst/>
              <a:cxnLst/>
              <a:rect l="l" t="t" r="r" b="b"/>
              <a:pathLst>
                <a:path w="153516" h="428625">
                  <a:moveTo>
                    <a:pt x="0" y="428625"/>
                  </a:moveTo>
                  <a:lnTo>
                    <a:pt x="0" y="0"/>
                  </a:lnTo>
                  <a:lnTo>
                    <a:pt x="153516" y="0"/>
                  </a:lnTo>
                  <a:lnTo>
                    <a:pt x="15351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115037" y="6361938"/>
              <a:ext cx="153516" cy="428625"/>
            </a:xfrm>
            <a:custGeom>
              <a:avLst/>
              <a:gdLst/>
              <a:ahLst/>
              <a:cxnLst/>
              <a:rect l="l" t="t" r="r" b="b"/>
              <a:pathLst>
                <a:path w="153516" h="428625">
                  <a:moveTo>
                    <a:pt x="0" y="428625"/>
                  </a:moveTo>
                  <a:lnTo>
                    <a:pt x="0" y="0"/>
                  </a:lnTo>
                  <a:lnTo>
                    <a:pt x="153516" y="0"/>
                  </a:lnTo>
                  <a:lnTo>
                    <a:pt x="15351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6383689" y="6476238"/>
              <a:ext cx="140723" cy="314325"/>
            </a:xfrm>
            <a:custGeom>
              <a:avLst/>
              <a:gdLst/>
              <a:ahLst/>
              <a:cxnLst/>
              <a:rect l="l" t="t" r="r" b="b"/>
              <a:pathLst>
                <a:path w="140723" h="314325">
                  <a:moveTo>
                    <a:pt x="0" y="314325"/>
                  </a:moveTo>
                  <a:lnTo>
                    <a:pt x="0" y="0"/>
                  </a:lnTo>
                  <a:lnTo>
                    <a:pt x="140723" y="0"/>
                  </a:lnTo>
                  <a:lnTo>
                    <a:pt x="140723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5552147" y="6247638"/>
              <a:ext cx="76757" cy="542925"/>
            </a:xfrm>
            <a:custGeom>
              <a:avLst/>
              <a:gdLst/>
              <a:ahLst/>
              <a:cxnLst/>
              <a:rect l="l" t="t" r="r" b="b"/>
              <a:pathLst>
                <a:path w="76757" h="542925">
                  <a:moveTo>
                    <a:pt x="0" y="542925"/>
                  </a:moveTo>
                  <a:lnTo>
                    <a:pt x="0" y="0"/>
                  </a:lnTo>
                  <a:lnTo>
                    <a:pt x="76757" y="0"/>
                  </a:lnTo>
                  <a:lnTo>
                    <a:pt x="7675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5884764" y="6247638"/>
              <a:ext cx="76757" cy="542925"/>
            </a:xfrm>
            <a:custGeom>
              <a:avLst/>
              <a:gdLst/>
              <a:ahLst/>
              <a:cxnLst/>
              <a:rect l="l" t="t" r="r" b="b"/>
              <a:pathLst>
                <a:path w="76757" h="542925">
                  <a:moveTo>
                    <a:pt x="0" y="542925"/>
                  </a:moveTo>
                  <a:lnTo>
                    <a:pt x="0" y="0"/>
                  </a:lnTo>
                  <a:lnTo>
                    <a:pt x="76757" y="0"/>
                  </a:lnTo>
                  <a:lnTo>
                    <a:pt x="7675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5552147" y="6614350"/>
              <a:ext cx="409374" cy="14288"/>
            </a:xfrm>
            <a:custGeom>
              <a:avLst/>
              <a:gdLst/>
              <a:ahLst/>
              <a:cxnLst/>
              <a:rect l="l" t="t" r="r" b="b"/>
              <a:pathLst>
                <a:path w="409374" h="14288">
                  <a:moveTo>
                    <a:pt x="0" y="14288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5552147" y="6471476"/>
              <a:ext cx="409374" cy="14287"/>
            </a:xfrm>
            <a:custGeom>
              <a:avLst/>
              <a:gdLst/>
              <a:ahLst/>
              <a:cxnLst/>
              <a:rect l="l" t="t" r="r" b="b"/>
              <a:pathLst>
                <a:path w="409374" h="14287">
                  <a:moveTo>
                    <a:pt x="0" y="14287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5552147" y="6328600"/>
              <a:ext cx="409374" cy="14288"/>
            </a:xfrm>
            <a:custGeom>
              <a:avLst/>
              <a:gdLst/>
              <a:ahLst/>
              <a:cxnLst/>
              <a:rect l="l" t="t" r="r" b="b"/>
              <a:pathLst>
                <a:path w="409374" h="14288">
                  <a:moveTo>
                    <a:pt x="0" y="14288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5398631" y="6085713"/>
              <a:ext cx="562890" cy="180975"/>
            </a:xfrm>
            <a:custGeom>
              <a:avLst/>
              <a:gdLst/>
              <a:ahLst/>
              <a:cxnLst/>
              <a:rect l="l" t="t" r="r" b="b"/>
              <a:pathLst>
                <a:path w="562890" h="180975">
                  <a:moveTo>
                    <a:pt x="153516" y="180975"/>
                  </a:moveTo>
                  <a:lnTo>
                    <a:pt x="562890" y="180975"/>
                  </a:lnTo>
                  <a:lnTo>
                    <a:pt x="434961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383789" y="28575"/>
                  </a:lnTo>
                  <a:lnTo>
                    <a:pt x="486133" y="152400"/>
                  </a:lnTo>
                  <a:lnTo>
                    <a:pt x="15351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6857029" y="6742938"/>
              <a:ext cx="434961" cy="133350"/>
            </a:xfrm>
            <a:custGeom>
              <a:avLst/>
              <a:gdLst/>
              <a:ahLst/>
              <a:cxnLst/>
              <a:rect l="l" t="t" r="r" b="b"/>
              <a:pathLst>
                <a:path w="434961" h="133350">
                  <a:moveTo>
                    <a:pt x="0" y="1333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7036130" y="6523863"/>
              <a:ext cx="204688" cy="352425"/>
            </a:xfrm>
            <a:custGeom>
              <a:avLst/>
              <a:gdLst/>
              <a:ahLst/>
              <a:cxnLst/>
              <a:rect l="l" t="t" r="r" b="b"/>
              <a:pathLst>
                <a:path w="204688" h="352425">
                  <a:moveTo>
                    <a:pt x="0" y="352425"/>
                  </a:moveTo>
                  <a:lnTo>
                    <a:pt x="0" y="0"/>
                  </a:lnTo>
                  <a:lnTo>
                    <a:pt x="204688" y="0"/>
                  </a:lnTo>
                  <a:lnTo>
                    <a:pt x="204688" y="3524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8699216" y="6666738"/>
              <a:ext cx="204687" cy="209550"/>
            </a:xfrm>
            <a:custGeom>
              <a:avLst/>
              <a:gdLst/>
              <a:ahLst/>
              <a:cxnLst/>
              <a:rect l="l" t="t" r="r" b="b"/>
              <a:pathLst>
                <a:path w="204687" h="209550">
                  <a:moveTo>
                    <a:pt x="0" y="209550"/>
                  </a:moveTo>
                  <a:lnTo>
                    <a:pt x="0" y="0"/>
                  </a:lnTo>
                  <a:lnTo>
                    <a:pt x="204687" y="0"/>
                  </a:lnTo>
                  <a:lnTo>
                    <a:pt x="204687" y="209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7266404" y="6771513"/>
              <a:ext cx="1458398" cy="104775"/>
            </a:xfrm>
            <a:custGeom>
              <a:avLst/>
              <a:gdLst/>
              <a:ahLst/>
              <a:cxnLst/>
              <a:rect l="l" t="t" r="r" b="b"/>
              <a:pathLst>
                <a:path w="1458398" h="104775">
                  <a:moveTo>
                    <a:pt x="0" y="104775"/>
                  </a:moveTo>
                  <a:lnTo>
                    <a:pt x="0" y="0"/>
                  </a:lnTo>
                  <a:lnTo>
                    <a:pt x="1458398" y="0"/>
                  </a:lnTo>
                  <a:lnTo>
                    <a:pt x="1458398" y="1047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7419919" y="6380988"/>
              <a:ext cx="1151367" cy="390525"/>
            </a:xfrm>
            <a:custGeom>
              <a:avLst/>
              <a:gdLst/>
              <a:ahLst/>
              <a:cxnLst/>
              <a:rect l="l" t="t" r="r" b="b"/>
              <a:pathLst>
                <a:path w="1151367" h="390525">
                  <a:moveTo>
                    <a:pt x="0" y="390525"/>
                  </a:moveTo>
                  <a:lnTo>
                    <a:pt x="0" y="0"/>
                  </a:lnTo>
                  <a:lnTo>
                    <a:pt x="1151367" y="0"/>
                  </a:lnTo>
                  <a:lnTo>
                    <a:pt x="1151367" y="3905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355955" y="6342888"/>
              <a:ext cx="1279296" cy="38100"/>
            </a:xfrm>
            <a:custGeom>
              <a:avLst/>
              <a:gdLst/>
              <a:ahLst/>
              <a:cxnLst/>
              <a:rect l="l" t="t" r="r" b="b"/>
              <a:pathLst>
                <a:path w="1279296" h="38100">
                  <a:moveTo>
                    <a:pt x="0" y="38100"/>
                  </a:moveTo>
                  <a:lnTo>
                    <a:pt x="0" y="0"/>
                  </a:lnTo>
                  <a:lnTo>
                    <a:pt x="1279296" y="0"/>
                  </a:lnTo>
                  <a:lnTo>
                    <a:pt x="1279296" y="38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7976413" y="6285738"/>
              <a:ext cx="38379" cy="57150"/>
            </a:xfrm>
            <a:custGeom>
              <a:avLst/>
              <a:gdLst/>
              <a:ahLst/>
              <a:cxnLst/>
              <a:rect l="l" t="t" r="r" b="b"/>
              <a:pathLst>
                <a:path w="38379" h="57150">
                  <a:moveTo>
                    <a:pt x="0" y="57150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57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8929489" y="5857113"/>
              <a:ext cx="434961" cy="1019175"/>
            </a:xfrm>
            <a:custGeom>
              <a:avLst/>
              <a:gdLst/>
              <a:ahLst/>
              <a:cxnLst/>
              <a:rect l="l" t="t" r="r" b="b"/>
              <a:pathLst>
                <a:path w="434961" h="1019175">
                  <a:moveTo>
                    <a:pt x="0" y="1019175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10191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9127780" y="5695188"/>
              <a:ext cx="38379" cy="161925"/>
            </a:xfrm>
            <a:custGeom>
              <a:avLst/>
              <a:gdLst/>
              <a:ahLst/>
              <a:cxnLst/>
              <a:rect l="l" t="t" r="r" b="b"/>
              <a:pathLst>
                <a:path w="38379" h="161925">
                  <a:moveTo>
                    <a:pt x="0" y="161925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9441208" y="6076188"/>
              <a:ext cx="537304" cy="800100"/>
            </a:xfrm>
            <a:custGeom>
              <a:avLst/>
              <a:gdLst/>
              <a:ahLst/>
              <a:cxnLst/>
              <a:rect l="l" t="t" r="r" b="b"/>
              <a:pathLst>
                <a:path w="537304" h="800100">
                  <a:moveTo>
                    <a:pt x="0" y="800100"/>
                  </a:moveTo>
                  <a:lnTo>
                    <a:pt x="0" y="0"/>
                  </a:lnTo>
                  <a:lnTo>
                    <a:pt x="537304" y="0"/>
                  </a:lnTo>
                  <a:lnTo>
                    <a:pt x="537304" y="800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9543552" y="5980938"/>
              <a:ext cx="332617" cy="895350"/>
            </a:xfrm>
            <a:custGeom>
              <a:avLst/>
              <a:gdLst/>
              <a:ahLst/>
              <a:cxnLst/>
              <a:rect l="l" t="t" r="r" b="b"/>
              <a:pathLst>
                <a:path w="332617" h="895350">
                  <a:moveTo>
                    <a:pt x="0" y="895350"/>
                  </a:moveTo>
                  <a:lnTo>
                    <a:pt x="0" y="0"/>
                  </a:lnTo>
                  <a:lnTo>
                    <a:pt x="332617" y="0"/>
                  </a:lnTo>
                  <a:lnTo>
                    <a:pt x="332617" y="895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0055270" y="5971413"/>
              <a:ext cx="358203" cy="904875"/>
            </a:xfrm>
            <a:custGeom>
              <a:avLst/>
              <a:gdLst/>
              <a:ahLst/>
              <a:cxnLst/>
              <a:rect l="l" t="t" r="r" b="b"/>
              <a:pathLst>
                <a:path w="358203" h="904875">
                  <a:moveTo>
                    <a:pt x="0" y="904875"/>
                  </a:moveTo>
                  <a:lnTo>
                    <a:pt x="0" y="95250"/>
                  </a:lnTo>
                  <a:lnTo>
                    <a:pt x="358203" y="0"/>
                  </a:lnTo>
                  <a:lnTo>
                    <a:pt x="358203" y="9048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10490231" y="6180963"/>
              <a:ext cx="562890" cy="695325"/>
            </a:xfrm>
            <a:custGeom>
              <a:avLst/>
              <a:gdLst/>
              <a:ahLst/>
              <a:cxnLst/>
              <a:rect l="l" t="t" r="r" b="b"/>
              <a:pathLst>
                <a:path w="562890" h="695325">
                  <a:moveTo>
                    <a:pt x="0" y="695325"/>
                  </a:moveTo>
                  <a:lnTo>
                    <a:pt x="0" y="0"/>
                  </a:lnTo>
                  <a:lnTo>
                    <a:pt x="562890" y="0"/>
                  </a:lnTo>
                  <a:lnTo>
                    <a:pt x="562890" y="695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11129879" y="5752338"/>
              <a:ext cx="537305" cy="1123950"/>
            </a:xfrm>
            <a:custGeom>
              <a:avLst/>
              <a:gdLst/>
              <a:ahLst/>
              <a:cxnLst/>
              <a:rect l="l" t="t" r="r" b="b"/>
              <a:pathLst>
                <a:path w="537305" h="1123950">
                  <a:moveTo>
                    <a:pt x="0" y="1123950"/>
                  </a:moveTo>
                  <a:lnTo>
                    <a:pt x="0" y="0"/>
                  </a:lnTo>
                  <a:lnTo>
                    <a:pt x="537305" y="0"/>
                  </a:lnTo>
                  <a:lnTo>
                    <a:pt x="537305" y="11239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11206637" y="5618988"/>
              <a:ext cx="383789" cy="133350"/>
            </a:xfrm>
            <a:custGeom>
              <a:avLst/>
              <a:gdLst/>
              <a:ahLst/>
              <a:cxnLst/>
              <a:rect l="l" t="t" r="r" b="b"/>
              <a:pathLst>
                <a:path w="383789" h="133350">
                  <a:moveTo>
                    <a:pt x="0" y="133350"/>
                  </a:moveTo>
                  <a:lnTo>
                    <a:pt x="0" y="66675"/>
                  </a:lnTo>
                  <a:lnTo>
                    <a:pt x="191894" y="0"/>
                  </a:lnTo>
                  <a:lnTo>
                    <a:pt x="383789" y="66675"/>
                  </a:lnTo>
                  <a:lnTo>
                    <a:pt x="383789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11743941" y="6285738"/>
              <a:ext cx="447754" cy="590550"/>
            </a:xfrm>
            <a:custGeom>
              <a:avLst/>
              <a:gdLst/>
              <a:ahLst/>
              <a:cxnLst/>
              <a:rect l="l" t="t" r="r" b="b"/>
              <a:pathLst>
                <a:path w="447754" h="590550">
                  <a:moveTo>
                    <a:pt x="0" y="590550"/>
                  </a:moveTo>
                  <a:lnTo>
                    <a:pt x="0" y="0"/>
                  </a:lnTo>
                  <a:lnTo>
                    <a:pt x="447754" y="0"/>
                  </a:lnTo>
                  <a:lnTo>
                    <a:pt x="447754" y="590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Label pill"/>
          <p:cNvSpPr/>
          <p:nvPr/>
        </p:nvSpPr>
        <p:spPr>
          <a:xfrm>
            <a:off x="457200" y="292608"/>
            <a:ext cx="206197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09 / 14  ·  Farhana</a:t>
            </a:r>
          </a:p>
        </p:txBody>
      </p:sp>
      <p:sp>
        <p:nvSpPr>
          <p:cNvPr id="61" name="Label pill"/>
          <p:cNvSpPr/>
          <p:nvPr/>
        </p:nvSpPr>
        <p:spPr>
          <a:xfrm>
            <a:off x="9238183" y="292608"/>
            <a:ext cx="249631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Map  ·  Auth  ·  F6 / F8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749808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0" spc="-150">
                <a:solidFill>
                  <a:srgbClr val="101C2E"/>
                </a:solidFill>
                <a:latin typeface="Bricolage Grotesque ExtraBold"/>
              </a:rPr>
              <a:t>FARHANA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1719072"/>
            <a:ext cx="7498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C3E57"/>
                </a:solidFill>
                <a:latin typeface="Figtree"/>
              </a:rPr>
              <a:t>Map, issue pages, accounts and the AI report assistant</a:t>
            </a:r>
          </a:p>
        </p:txBody>
      </p:sp>
      <p:sp>
        <p:nvSpPr>
          <p:cNvPr id="65" name="Features I built panel"/>
          <p:cNvSpPr/>
          <p:nvPr/>
        </p:nvSpPr>
        <p:spPr>
          <a:xfrm>
            <a:off x="502920" y="2194560"/>
            <a:ext cx="7360920" cy="3611880"/>
          </a:xfrm>
          <a:prstGeom prst="roundRect">
            <a:avLst>
              <a:gd name="adj" fmla="val 5000"/>
            </a:avLst>
          </a:prstGeom>
          <a:solidFill>
            <a:srgbClr val="10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A9C8E8"/>
                </a:solidFill>
                <a:latin typeface="Figtree"/>
              </a:rPr>
              <a:t>FEATURES I BUILT</a:t>
            </a:r>
          </a:p>
        </p:txBody>
      </p:sp>
      <p:grpSp>
        <p:nvGrpSpPr>
          <p:cNvPr id="67" name="Building blocks"/>
          <p:cNvGrpSpPr/>
          <p:nvPr/>
        </p:nvGrpSpPr>
        <p:grpSpPr>
          <a:xfrm>
            <a:off x="6537960" y="1865376"/>
            <a:ext cx="996696" cy="768096"/>
            <a:chOff x="6537960" y="1865376"/>
            <a:chExt cx="996696" cy="768096"/>
          </a:xfrm>
        </p:grpSpPr>
        <p:sp>
          <p:nvSpPr>
            <p:cNvPr id="68" name="Rectangle 67"/>
            <p:cNvSpPr/>
            <p:nvPr/>
          </p:nvSpPr>
          <p:spPr>
            <a:xfrm>
              <a:off x="6537960" y="2377440"/>
              <a:ext cx="128016" cy="256032"/>
            </a:xfrm>
            <a:prstGeom prst="rect">
              <a:avLst/>
            </a:pr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Rectangle 68"/>
            <p:cNvSpPr/>
            <p:nvPr/>
          </p:nvSpPr>
          <p:spPr>
            <a:xfrm>
              <a:off x="6711696" y="2249424"/>
              <a:ext cx="128016" cy="384048"/>
            </a:xfrm>
            <a:prstGeom prst="rect">
              <a:avLst/>
            </a:pr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0" name="Rectangle 69"/>
            <p:cNvSpPr/>
            <p:nvPr/>
          </p:nvSpPr>
          <p:spPr>
            <a:xfrm>
              <a:off x="6885432" y="1993392"/>
              <a:ext cx="128016" cy="640080"/>
            </a:xfrm>
            <a:prstGeom prst="rect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1" name="Rectangle 70"/>
            <p:cNvSpPr/>
            <p:nvPr/>
          </p:nvSpPr>
          <p:spPr>
            <a:xfrm>
              <a:off x="7059168" y="2121408"/>
              <a:ext cx="128016" cy="512064"/>
            </a:xfrm>
            <a:prstGeom prst="rect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2" name="Rectangle 71"/>
            <p:cNvSpPr/>
            <p:nvPr/>
          </p:nvSpPr>
          <p:spPr>
            <a:xfrm>
              <a:off x="7232904" y="1865376"/>
              <a:ext cx="128016" cy="768096"/>
            </a:xfrm>
            <a:prstGeom prst="rect">
              <a:avLst/>
            </a:pr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3" name="Rectangle 72"/>
            <p:cNvSpPr/>
            <p:nvPr/>
          </p:nvSpPr>
          <p:spPr>
            <a:xfrm>
              <a:off x="7406640" y="2249424"/>
              <a:ext cx="128016" cy="384048"/>
            </a:xfrm>
            <a:prstGeom prst="rect">
              <a:avLst/>
            </a:pr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74" name="Feature card: Map page"/>
          <p:cNvSpPr/>
          <p:nvPr/>
        </p:nvSpPr>
        <p:spPr>
          <a:xfrm>
            <a:off x="777240" y="272491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923544" y="28803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216152" y="281635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Map page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3544" y="312724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/map · IssueMap, DropPin, PinLayer · GET /api/issues</a:t>
            </a:r>
          </a:p>
        </p:txBody>
      </p:sp>
      <p:sp>
        <p:nvSpPr>
          <p:cNvPr id="78" name="Feature card: Issue detail + edit"/>
          <p:cNvSpPr/>
          <p:nvPr/>
        </p:nvSpPr>
        <p:spPr>
          <a:xfrm>
            <a:off x="4251960" y="272491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4398264" y="28803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90872" y="281635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Issue detail + edit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98264" y="312724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ProgressCard, IssueMiniMap · /issues/:id/edit</a:t>
            </a:r>
          </a:p>
        </p:txBody>
      </p:sp>
      <p:sp>
        <p:nvSpPr>
          <p:cNvPr id="82" name="Feature card: Sign-in + passwords"/>
          <p:cNvSpPr/>
          <p:nvPr/>
        </p:nvSpPr>
        <p:spPr>
          <a:xfrm>
            <a:off x="777240" y="373075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923544" y="38862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B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216152" y="38221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Sign-in + passwords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3544" y="41330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/api/auth login, signup · forgot/reset by email code</a:t>
            </a:r>
          </a:p>
        </p:txBody>
      </p:sp>
      <p:sp>
        <p:nvSpPr>
          <p:cNvPr id="86" name="Feature card: Staff setup"/>
          <p:cNvSpPr/>
          <p:nvPr/>
        </p:nvSpPr>
        <p:spPr>
          <a:xfrm>
            <a:off x="4251960" y="373075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4398264" y="38862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9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4690872" y="38221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Staff setup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98264" y="41330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StaffSignup, SetupChecklist · /api/auth/staff/*</a:t>
            </a:r>
          </a:p>
        </p:txBody>
      </p:sp>
      <p:sp>
        <p:nvSpPr>
          <p:cNvPr id="90" name="Feature card: Profile + ID review"/>
          <p:cNvSpPr/>
          <p:nvPr/>
        </p:nvSpPr>
        <p:spPr>
          <a:xfrm>
            <a:off x="777240" y="473659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923544" y="4892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1216152" y="48280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Profile + ID review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3544" y="51389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/profile PhoneCard, IdentityCard · /admin/identity</a:t>
            </a:r>
          </a:p>
        </p:txBody>
      </p:sp>
      <p:sp>
        <p:nvSpPr>
          <p:cNvPr id="94" name="Feature card: F6 assist + F8 summarize"/>
          <p:cNvSpPr/>
          <p:nvPr/>
        </p:nvSpPr>
        <p:spPr>
          <a:xfrm>
            <a:off x="4251960" y="473659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4398264" y="4892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C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690872" y="48280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F6 assist + F8 summarize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98264" y="51389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AssistPanel, SummarizeButton · /reports/assist</a:t>
            </a:r>
          </a:p>
        </p:txBody>
      </p:sp>
      <p:grpSp>
        <p:nvGrpSpPr>
          <p:cNvPr id="98" name="Screenshot placeholder (browser): Map page with pins and sidebar"/>
          <p:cNvGrpSpPr/>
          <p:nvPr/>
        </p:nvGrpSpPr>
        <p:grpSpPr>
          <a:xfrm>
            <a:off x="8092440" y="2194560"/>
            <a:ext cx="3611880" cy="3611880"/>
            <a:chOff x="8092440" y="2194560"/>
            <a:chExt cx="3611880" cy="3611880"/>
          </a:xfrm>
        </p:grpSpPr>
        <p:sp>
          <p:nvSpPr>
            <p:cNvPr id="99" name="Rounded Rectangle 98"/>
            <p:cNvSpPr/>
            <p:nvPr/>
          </p:nvSpPr>
          <p:spPr>
            <a:xfrm>
              <a:off x="8092440" y="2194560"/>
              <a:ext cx="3611880" cy="36118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100" name="Connector 99"/>
            <p:cNvCxnSpPr/>
            <p:nvPr/>
          </p:nvCxnSpPr>
          <p:spPr>
            <a:xfrm>
              <a:off x="8110728" y="2578608"/>
              <a:ext cx="357530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/>
            <p:cNvSpPr/>
            <p:nvPr/>
          </p:nvSpPr>
          <p:spPr>
            <a:xfrm>
              <a:off x="8257032" y="233172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2" name="Oval 101"/>
            <p:cNvSpPr/>
            <p:nvPr/>
          </p:nvSpPr>
          <p:spPr>
            <a:xfrm>
              <a:off x="8439912" y="233172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3" name="Oval 102"/>
            <p:cNvSpPr/>
            <p:nvPr/>
          </p:nvSpPr>
          <p:spPr>
            <a:xfrm>
              <a:off x="8622792" y="233172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4" name="Rounded Rectangle 103"/>
            <p:cNvSpPr/>
            <p:nvPr/>
          </p:nvSpPr>
          <p:spPr>
            <a:xfrm>
              <a:off x="8869680" y="2267712"/>
              <a:ext cx="265176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/map</a:t>
              </a:r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9697212" y="36896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6" name="TextBox 105"/>
            <p:cNvSpPr txBox="1"/>
            <p:nvPr/>
          </p:nvSpPr>
          <p:spPr>
            <a:xfrm>
              <a:off x="8321040" y="4101084"/>
              <a:ext cx="315468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Map page with pins and sidebar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135463" y="6309550"/>
              <a:ext cx="704409" cy="566738"/>
            </a:xfrm>
            <a:custGeom>
              <a:avLst/>
              <a:gdLst/>
              <a:ahLst/>
              <a:cxnLst/>
              <a:rect l="l" t="t" r="r" b="b"/>
              <a:pathLst>
                <a:path w="704409" h="566738">
                  <a:moveTo>
                    <a:pt x="0" y="56673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667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124345" y="6261926"/>
              <a:ext cx="406390" cy="614362"/>
            </a:xfrm>
            <a:custGeom>
              <a:avLst/>
              <a:gdLst/>
              <a:ahLst/>
              <a:cxnLst/>
              <a:rect l="l" t="t" r="r" b="b"/>
              <a:pathLst>
                <a:path w="406390" h="614362">
                  <a:moveTo>
                    <a:pt x="0" y="614362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6143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205623" y="6200013"/>
              <a:ext cx="243834" cy="676275"/>
            </a:xfrm>
            <a:custGeom>
              <a:avLst/>
              <a:gdLst/>
              <a:ahLst/>
              <a:cxnLst/>
              <a:rect l="l" t="t" r="r" b="b"/>
              <a:pathLst>
                <a:path w="243834" h="676275">
                  <a:moveTo>
                    <a:pt x="0" y="676275"/>
                  </a:moveTo>
                  <a:lnTo>
                    <a:pt x="0" y="0"/>
                  </a:lnTo>
                  <a:lnTo>
                    <a:pt x="243834" y="0"/>
                  </a:lnTo>
                  <a:lnTo>
                    <a:pt x="243834" y="676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1869393" y="6414326"/>
              <a:ext cx="419936" cy="461962"/>
            </a:xfrm>
            <a:custGeom>
              <a:avLst/>
              <a:gdLst/>
              <a:ahLst/>
              <a:cxnLst/>
              <a:rect l="l" t="t" r="r" b="b"/>
              <a:pathLst>
                <a:path w="419936" h="461962">
                  <a:moveTo>
                    <a:pt x="0" y="461962"/>
                  </a:moveTo>
                  <a:lnTo>
                    <a:pt x="0" y="0"/>
                  </a:lnTo>
                  <a:lnTo>
                    <a:pt x="419936" y="0"/>
                  </a:lnTo>
                  <a:lnTo>
                    <a:pt x="419936" y="4619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2478978" y="6395275"/>
              <a:ext cx="717955" cy="481013"/>
            </a:xfrm>
            <a:custGeom>
              <a:avLst/>
              <a:gdLst/>
              <a:ahLst/>
              <a:cxnLst/>
              <a:rect l="l" t="t" r="r" b="b"/>
              <a:pathLst>
                <a:path w="717955" h="481013">
                  <a:moveTo>
                    <a:pt x="0" y="481013"/>
                  </a:moveTo>
                  <a:lnTo>
                    <a:pt x="0" y="0"/>
                  </a:lnTo>
                  <a:lnTo>
                    <a:pt x="717955" y="0"/>
                  </a:lnTo>
                  <a:lnTo>
                    <a:pt x="717955" y="4810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622569" y="6276213"/>
              <a:ext cx="430773" cy="600075"/>
            </a:xfrm>
            <a:custGeom>
              <a:avLst/>
              <a:gdLst/>
              <a:ahLst/>
              <a:cxnLst/>
              <a:rect l="l" t="t" r="r" b="b"/>
              <a:pathLst>
                <a:path w="430773" h="600075">
                  <a:moveTo>
                    <a:pt x="0" y="600075"/>
                  </a:moveTo>
                  <a:lnTo>
                    <a:pt x="0" y="0"/>
                  </a:lnTo>
                  <a:lnTo>
                    <a:pt x="430773" y="0"/>
                  </a:lnTo>
                  <a:lnTo>
                    <a:pt x="430773" y="600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3359489" y="6271450"/>
              <a:ext cx="474122" cy="604838"/>
            </a:xfrm>
            <a:custGeom>
              <a:avLst/>
              <a:gdLst/>
              <a:ahLst/>
              <a:cxnLst/>
              <a:rect l="l" t="t" r="r" b="b"/>
              <a:pathLst>
                <a:path w="474122" h="604838">
                  <a:moveTo>
                    <a:pt x="0" y="604838"/>
                  </a:moveTo>
                  <a:lnTo>
                    <a:pt x="0" y="0"/>
                  </a:lnTo>
                  <a:lnTo>
                    <a:pt x="474122" y="0"/>
                  </a:lnTo>
                  <a:lnTo>
                    <a:pt x="474122" y="6048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3454314" y="6185726"/>
              <a:ext cx="284473" cy="690562"/>
            </a:xfrm>
            <a:custGeom>
              <a:avLst/>
              <a:gdLst/>
              <a:ahLst/>
              <a:cxnLst/>
              <a:rect l="l" t="t" r="r" b="b"/>
              <a:pathLst>
                <a:path w="284473" h="690562">
                  <a:moveTo>
                    <a:pt x="0" y="690562"/>
                  </a:moveTo>
                  <a:lnTo>
                    <a:pt x="0" y="0"/>
                  </a:lnTo>
                  <a:lnTo>
                    <a:pt x="284473" y="0"/>
                  </a:lnTo>
                  <a:lnTo>
                    <a:pt x="284473" y="6905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4023259" y="6280975"/>
              <a:ext cx="758595" cy="595313"/>
            </a:xfrm>
            <a:custGeom>
              <a:avLst/>
              <a:gdLst/>
              <a:ahLst/>
              <a:cxnLst/>
              <a:rect l="l" t="t" r="r" b="b"/>
              <a:pathLst>
                <a:path w="758595" h="595313">
                  <a:moveTo>
                    <a:pt x="0" y="595313"/>
                  </a:moveTo>
                  <a:lnTo>
                    <a:pt x="0" y="0"/>
                  </a:lnTo>
                  <a:lnTo>
                    <a:pt x="758595" y="0"/>
                  </a:lnTo>
                  <a:lnTo>
                    <a:pt x="758595" y="5953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025688" y="6290500"/>
              <a:ext cx="704409" cy="585788"/>
            </a:xfrm>
            <a:custGeom>
              <a:avLst/>
              <a:gdLst/>
              <a:ahLst/>
              <a:cxnLst/>
              <a:rect l="l" t="t" r="r" b="b"/>
              <a:pathLst>
                <a:path w="704409" h="585788">
                  <a:moveTo>
                    <a:pt x="0" y="58578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6028116" y="6404800"/>
              <a:ext cx="812780" cy="471488"/>
            </a:xfrm>
            <a:custGeom>
              <a:avLst/>
              <a:gdLst/>
              <a:ahLst/>
              <a:cxnLst/>
              <a:rect l="l" t="t" r="r" b="b"/>
              <a:pathLst>
                <a:path w="812780" h="471488">
                  <a:moveTo>
                    <a:pt x="0" y="471488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6190672" y="6333363"/>
              <a:ext cx="487668" cy="542925"/>
            </a:xfrm>
            <a:custGeom>
              <a:avLst/>
              <a:gdLst/>
              <a:ahLst/>
              <a:cxnLst/>
              <a:rect l="l" t="t" r="r" b="b"/>
              <a:pathLst>
                <a:path w="487668" h="542925">
                  <a:moveTo>
                    <a:pt x="0" y="542925"/>
                  </a:moveTo>
                  <a:lnTo>
                    <a:pt x="0" y="0"/>
                  </a:lnTo>
                  <a:lnTo>
                    <a:pt x="487668" y="0"/>
                  </a:lnTo>
                  <a:lnTo>
                    <a:pt x="48766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159746" y="6319076"/>
              <a:ext cx="636677" cy="557212"/>
            </a:xfrm>
            <a:custGeom>
              <a:avLst/>
              <a:gdLst/>
              <a:ahLst/>
              <a:cxnLst/>
              <a:rect l="l" t="t" r="r" b="b"/>
              <a:pathLst>
                <a:path w="636677" h="557212">
                  <a:moveTo>
                    <a:pt x="0" y="557212"/>
                  </a:moveTo>
                  <a:lnTo>
                    <a:pt x="0" y="0"/>
                  </a:lnTo>
                  <a:lnTo>
                    <a:pt x="636677" y="0"/>
                  </a:lnTo>
                  <a:lnTo>
                    <a:pt x="636677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0620321" y="6095238"/>
              <a:ext cx="1246262" cy="438150"/>
            </a:xfrm>
            <a:custGeom>
              <a:avLst/>
              <a:gdLst/>
              <a:ahLst/>
              <a:cxnLst/>
              <a:rect l="l" t="t" r="r" b="b"/>
              <a:pathLst>
                <a:path w="1246262" h="438150">
                  <a:moveTo>
                    <a:pt x="1246262" y="219075"/>
                  </a:moveTo>
                  <a:lnTo>
                    <a:pt x="1234289" y="176336"/>
                  </a:lnTo>
                  <a:lnTo>
                    <a:pt x="1198829" y="135239"/>
                  </a:lnTo>
                  <a:lnTo>
                    <a:pt x="1141246" y="97363"/>
                  </a:lnTo>
                  <a:lnTo>
                    <a:pt x="1063751" y="64166"/>
                  </a:lnTo>
                  <a:lnTo>
                    <a:pt x="969324" y="36921"/>
                  </a:lnTo>
                  <a:lnTo>
                    <a:pt x="861593" y="16676"/>
                  </a:lnTo>
                  <a:lnTo>
                    <a:pt x="744698" y="4209"/>
                  </a:lnTo>
                  <a:lnTo>
                    <a:pt x="623131" y="0"/>
                  </a:lnTo>
                  <a:lnTo>
                    <a:pt x="501564" y="4209"/>
                  </a:lnTo>
                  <a:lnTo>
                    <a:pt x="384669" y="16676"/>
                  </a:lnTo>
                  <a:lnTo>
                    <a:pt x="276938" y="36921"/>
                  </a:lnTo>
                  <a:lnTo>
                    <a:pt x="182511" y="64166"/>
                  </a:lnTo>
                  <a:lnTo>
                    <a:pt x="105017" y="97363"/>
                  </a:lnTo>
                  <a:lnTo>
                    <a:pt x="47433" y="135239"/>
                  </a:lnTo>
                  <a:lnTo>
                    <a:pt x="11973" y="176336"/>
                  </a:lnTo>
                  <a:lnTo>
                    <a:pt x="0" y="219075"/>
                  </a:lnTo>
                  <a:lnTo>
                    <a:pt x="11973" y="261814"/>
                  </a:lnTo>
                  <a:lnTo>
                    <a:pt x="47433" y="302911"/>
                  </a:lnTo>
                  <a:lnTo>
                    <a:pt x="105017" y="340787"/>
                  </a:lnTo>
                  <a:lnTo>
                    <a:pt x="182511" y="373984"/>
                  </a:lnTo>
                  <a:lnTo>
                    <a:pt x="276938" y="401229"/>
                  </a:lnTo>
                  <a:lnTo>
                    <a:pt x="384669" y="421474"/>
                  </a:lnTo>
                  <a:lnTo>
                    <a:pt x="501564" y="433941"/>
                  </a:lnTo>
                  <a:lnTo>
                    <a:pt x="623131" y="438150"/>
                  </a:lnTo>
                  <a:lnTo>
                    <a:pt x="744698" y="433941"/>
                  </a:lnTo>
                  <a:lnTo>
                    <a:pt x="861593" y="421474"/>
                  </a:lnTo>
                  <a:lnTo>
                    <a:pt x="969324" y="401229"/>
                  </a:lnTo>
                  <a:lnTo>
                    <a:pt x="1063751" y="373984"/>
                  </a:lnTo>
                  <a:lnTo>
                    <a:pt x="1141246" y="340787"/>
                  </a:lnTo>
                  <a:lnTo>
                    <a:pt x="1198829" y="302911"/>
                  </a:lnTo>
                  <a:lnTo>
                    <a:pt x="1234289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406390" y="6628638"/>
              <a:ext cx="3657508" cy="247650"/>
            </a:xfrm>
            <a:custGeom>
              <a:avLst/>
              <a:gdLst/>
              <a:ahLst/>
              <a:cxnLst/>
              <a:rect l="l" t="t" r="r" b="b"/>
              <a:pathLst>
                <a:path w="3657508" h="247650">
                  <a:moveTo>
                    <a:pt x="0" y="247650"/>
                  </a:moveTo>
                  <a:lnTo>
                    <a:pt x="0" y="0"/>
                  </a:lnTo>
                  <a:lnTo>
                    <a:pt x="3657508" y="0"/>
                  </a:lnTo>
                  <a:lnTo>
                    <a:pt x="3657508" y="2476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541853" y="6600063"/>
              <a:ext cx="3386582" cy="276225"/>
            </a:xfrm>
            <a:custGeom>
              <a:avLst/>
              <a:gdLst/>
              <a:ahLst/>
              <a:cxnLst/>
              <a:rect l="l" t="t" r="r" b="b"/>
              <a:pathLst>
                <a:path w="3386582" h="276225">
                  <a:moveTo>
                    <a:pt x="0" y="276225"/>
                  </a:moveTo>
                  <a:lnTo>
                    <a:pt x="0" y="0"/>
                  </a:lnTo>
                  <a:lnTo>
                    <a:pt x="3386582" y="0"/>
                  </a:lnTo>
                  <a:lnTo>
                    <a:pt x="3386582" y="2762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788115" y="6466713"/>
              <a:ext cx="1029521" cy="409575"/>
            </a:xfrm>
            <a:custGeom>
              <a:avLst/>
              <a:gdLst/>
              <a:ahLst/>
              <a:cxnLst/>
              <a:rect l="l" t="t" r="r" b="b"/>
              <a:pathLst>
                <a:path w="1029521" h="409575">
                  <a:moveTo>
                    <a:pt x="0" y="409575"/>
                  </a:moveTo>
                  <a:lnTo>
                    <a:pt x="0" y="0"/>
                  </a:lnTo>
                  <a:lnTo>
                    <a:pt x="1029521" y="0"/>
                  </a:lnTo>
                  <a:lnTo>
                    <a:pt x="1029521" y="4095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2031949" y="6380988"/>
              <a:ext cx="541853" cy="495300"/>
            </a:xfrm>
            <a:custGeom>
              <a:avLst/>
              <a:gdLst/>
              <a:ahLst/>
              <a:cxnLst/>
              <a:rect l="l" t="t" r="r" b="b"/>
              <a:pathLst>
                <a:path w="541853" h="495300">
                  <a:moveTo>
                    <a:pt x="0" y="495300"/>
                  </a:moveTo>
                  <a:lnTo>
                    <a:pt x="0" y="0"/>
                  </a:lnTo>
                  <a:lnTo>
                    <a:pt x="541853" y="0"/>
                  </a:lnTo>
                  <a:lnTo>
                    <a:pt x="541853" y="495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2041161" y="6190488"/>
              <a:ext cx="523430" cy="190500"/>
            </a:xfrm>
            <a:custGeom>
              <a:avLst/>
              <a:gdLst/>
              <a:ahLst/>
              <a:cxnLst/>
              <a:rect l="l" t="t" r="r" b="b"/>
              <a:pathLst>
                <a:path w="523430" h="190500">
                  <a:moveTo>
                    <a:pt x="0" y="190500"/>
                  </a:moveTo>
                  <a:lnTo>
                    <a:pt x="164461" y="190500"/>
                  </a:lnTo>
                  <a:lnTo>
                    <a:pt x="110267" y="172783"/>
                  </a:lnTo>
                  <a:lnTo>
                    <a:pt x="70556" y="157440"/>
                  </a:lnTo>
                  <a:lnTo>
                    <a:pt x="45905" y="142880"/>
                  </a:lnTo>
                  <a:lnTo>
                    <a:pt x="35957" y="128807"/>
                  </a:lnTo>
                  <a:lnTo>
                    <a:pt x="39500" y="115086"/>
                  </a:lnTo>
                  <a:lnTo>
                    <a:pt x="54574" y="101638"/>
                  </a:lnTo>
                  <a:lnTo>
                    <a:pt x="78630" y="88414"/>
                  </a:lnTo>
                  <a:lnTo>
                    <a:pt x="108711" y="75377"/>
                  </a:lnTo>
                  <a:lnTo>
                    <a:pt x="141650" y="62504"/>
                  </a:lnTo>
                  <a:lnTo>
                    <a:pt x="174283" y="49772"/>
                  </a:lnTo>
                  <a:lnTo>
                    <a:pt x="203644" y="37168"/>
                  </a:lnTo>
                  <a:lnTo>
                    <a:pt x="227163" y="24678"/>
                  </a:lnTo>
                  <a:lnTo>
                    <a:pt x="242814" y="12291"/>
                  </a:lnTo>
                  <a:lnTo>
                    <a:pt x="249252" y="0"/>
                  </a:lnTo>
                  <a:lnTo>
                    <a:pt x="274177" y="0"/>
                  </a:lnTo>
                  <a:lnTo>
                    <a:pt x="280615" y="12291"/>
                  </a:lnTo>
                  <a:lnTo>
                    <a:pt x="296267" y="24678"/>
                  </a:lnTo>
                  <a:lnTo>
                    <a:pt x="319785" y="37168"/>
                  </a:lnTo>
                  <a:lnTo>
                    <a:pt x="349147" y="49772"/>
                  </a:lnTo>
                  <a:lnTo>
                    <a:pt x="381779" y="62504"/>
                  </a:lnTo>
                  <a:lnTo>
                    <a:pt x="414718" y="75377"/>
                  </a:lnTo>
                  <a:lnTo>
                    <a:pt x="444799" y="88414"/>
                  </a:lnTo>
                  <a:lnTo>
                    <a:pt x="468856" y="101638"/>
                  </a:lnTo>
                  <a:lnTo>
                    <a:pt x="483930" y="115086"/>
                  </a:lnTo>
                  <a:lnTo>
                    <a:pt x="487472" y="128807"/>
                  </a:lnTo>
                  <a:lnTo>
                    <a:pt x="477525" y="142880"/>
                  </a:lnTo>
                  <a:lnTo>
                    <a:pt x="452873" y="157440"/>
                  </a:lnTo>
                  <a:lnTo>
                    <a:pt x="413163" y="172783"/>
                  </a:lnTo>
                  <a:lnTo>
                    <a:pt x="358968" y="190500"/>
                  </a:lnTo>
                  <a:lnTo>
                    <a:pt x="523430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2282556" y="6133338"/>
              <a:ext cx="40639" cy="76200"/>
            </a:xfrm>
            <a:custGeom>
              <a:avLst/>
              <a:gdLst/>
              <a:ahLst/>
              <a:cxnLst/>
              <a:rect l="l" t="t" r="r" b="b"/>
              <a:pathLst>
                <a:path w="40639" h="76200">
                  <a:moveTo>
                    <a:pt x="0" y="762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762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598467" y="6781038"/>
              <a:ext cx="1408818" cy="95250"/>
            </a:xfrm>
            <a:custGeom>
              <a:avLst/>
              <a:gdLst/>
              <a:ahLst/>
              <a:cxnLst/>
              <a:rect l="l" t="t" r="r" b="b"/>
              <a:pathLst>
                <a:path w="1408818" h="95250">
                  <a:moveTo>
                    <a:pt x="0" y="95250"/>
                  </a:moveTo>
                  <a:lnTo>
                    <a:pt x="433482" y="0"/>
                  </a:lnTo>
                  <a:lnTo>
                    <a:pt x="975335" y="0"/>
                  </a:lnTo>
                  <a:lnTo>
                    <a:pt x="1408818" y="952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4063898" y="6714363"/>
              <a:ext cx="406390" cy="161925"/>
            </a:xfrm>
            <a:custGeom>
              <a:avLst/>
              <a:gdLst/>
              <a:ahLst/>
              <a:cxnLst/>
              <a:rect l="l" t="t" r="r" b="b"/>
              <a:pathLst>
                <a:path w="406390" h="161925">
                  <a:moveTo>
                    <a:pt x="0" y="161925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4470288" y="6581013"/>
              <a:ext cx="298019" cy="295275"/>
            </a:xfrm>
            <a:custGeom>
              <a:avLst/>
              <a:gdLst/>
              <a:ahLst/>
              <a:cxnLst/>
              <a:rect l="l" t="t" r="r" b="b"/>
              <a:pathLst>
                <a:path w="298019" h="295275">
                  <a:moveTo>
                    <a:pt x="0" y="295275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295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4768307" y="6657213"/>
              <a:ext cx="514761" cy="219075"/>
            </a:xfrm>
            <a:custGeom>
              <a:avLst/>
              <a:gdLst/>
              <a:ahLst/>
              <a:cxnLst/>
              <a:rect l="l" t="t" r="r" b="b"/>
              <a:pathLst>
                <a:path w="514761" h="219075">
                  <a:moveTo>
                    <a:pt x="0" y="219075"/>
                  </a:moveTo>
                  <a:lnTo>
                    <a:pt x="0" y="0"/>
                  </a:lnTo>
                  <a:lnTo>
                    <a:pt x="514761" y="0"/>
                  </a:lnTo>
                  <a:lnTo>
                    <a:pt x="514761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5283068" y="6304788"/>
              <a:ext cx="379297" cy="571500"/>
            </a:xfrm>
            <a:custGeom>
              <a:avLst/>
              <a:gdLst/>
              <a:ahLst/>
              <a:cxnLst/>
              <a:rect l="l" t="t" r="r" b="b"/>
              <a:pathLst>
                <a:path w="379297" h="571500">
                  <a:moveTo>
                    <a:pt x="0" y="571500"/>
                  </a:moveTo>
                  <a:lnTo>
                    <a:pt x="0" y="0"/>
                  </a:lnTo>
                  <a:lnTo>
                    <a:pt x="379297" y="0"/>
                  </a:lnTo>
                  <a:lnTo>
                    <a:pt x="379297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5337253" y="6228588"/>
              <a:ext cx="270927" cy="647700"/>
            </a:xfrm>
            <a:custGeom>
              <a:avLst/>
              <a:gdLst/>
              <a:ahLst/>
              <a:cxnLst/>
              <a:rect l="l" t="t" r="r" b="b"/>
              <a:pathLst>
                <a:path w="270927" h="647700">
                  <a:moveTo>
                    <a:pt x="0" y="647700"/>
                  </a:moveTo>
                  <a:lnTo>
                    <a:pt x="0" y="0"/>
                  </a:lnTo>
                  <a:lnTo>
                    <a:pt x="270927" y="0"/>
                  </a:lnTo>
                  <a:lnTo>
                    <a:pt x="270927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5662365" y="6685788"/>
              <a:ext cx="298019" cy="190500"/>
            </a:xfrm>
            <a:custGeom>
              <a:avLst/>
              <a:gdLst/>
              <a:ahLst/>
              <a:cxnLst/>
              <a:rect l="l" t="t" r="r" b="b"/>
              <a:pathLst>
                <a:path w="298019" h="190500">
                  <a:moveTo>
                    <a:pt x="0" y="190500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5452397" y="6114288"/>
              <a:ext cx="40639" cy="114300"/>
            </a:xfrm>
            <a:custGeom>
              <a:avLst/>
              <a:gdLst/>
              <a:ahLst/>
              <a:cxnLst/>
              <a:rect l="l" t="t" r="r" b="b"/>
              <a:pathLst>
                <a:path w="40639" h="114300">
                  <a:moveTo>
                    <a:pt x="0" y="1143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5960384" y="6714363"/>
              <a:ext cx="3792972" cy="161925"/>
            </a:xfrm>
            <a:custGeom>
              <a:avLst/>
              <a:gdLst/>
              <a:ahLst/>
              <a:cxnLst/>
              <a:rect l="l" t="t" r="r" b="b"/>
              <a:pathLst>
                <a:path w="3792972" h="161925">
                  <a:moveTo>
                    <a:pt x="0" y="161925"/>
                  </a:moveTo>
                  <a:lnTo>
                    <a:pt x="0" y="0"/>
                  </a:lnTo>
                  <a:lnTo>
                    <a:pt x="3792972" y="0"/>
                  </a:lnTo>
                  <a:lnTo>
                    <a:pt x="3792972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122940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6122940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8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9265688" y="6438138"/>
              <a:ext cx="460576" cy="438150"/>
            </a:xfrm>
            <a:custGeom>
              <a:avLst/>
              <a:gdLst/>
              <a:ahLst/>
              <a:cxnLst/>
              <a:rect l="l" t="t" r="r" b="b"/>
              <a:pathLst>
                <a:path w="460576" h="438150">
                  <a:moveTo>
                    <a:pt x="0" y="438150"/>
                  </a:moveTo>
                  <a:lnTo>
                    <a:pt x="0" y="0"/>
                  </a:lnTo>
                  <a:lnTo>
                    <a:pt x="460576" y="0"/>
                  </a:lnTo>
                  <a:lnTo>
                    <a:pt x="460576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9265688" y="6404800"/>
              <a:ext cx="460576" cy="33338"/>
            </a:xfrm>
            <a:custGeom>
              <a:avLst/>
              <a:gdLst/>
              <a:ahLst/>
              <a:cxnLst/>
              <a:rect l="l" t="t" r="r" b="b"/>
              <a:pathLst>
                <a:path w="460576" h="33338">
                  <a:moveTo>
                    <a:pt x="0" y="33338"/>
                  </a:moveTo>
                  <a:lnTo>
                    <a:pt x="230288" y="0"/>
                  </a:lnTo>
                  <a:lnTo>
                    <a:pt x="460576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664793" y="6314313"/>
              <a:ext cx="812780" cy="561975"/>
            </a:xfrm>
            <a:custGeom>
              <a:avLst/>
              <a:gdLst/>
              <a:ahLst/>
              <a:cxnLst/>
              <a:rect l="l" t="t" r="r" b="b"/>
              <a:pathLst>
                <a:path w="812780" h="561975">
                  <a:moveTo>
                    <a:pt x="0" y="561975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8344538" y="6314313"/>
              <a:ext cx="839872" cy="561975"/>
            </a:xfrm>
            <a:custGeom>
              <a:avLst/>
              <a:gdLst/>
              <a:ahLst/>
              <a:cxnLst/>
              <a:rect l="l" t="t" r="r" b="b"/>
              <a:pathLst>
                <a:path w="839872" h="561975">
                  <a:moveTo>
                    <a:pt x="0" y="561975"/>
                  </a:moveTo>
                  <a:lnTo>
                    <a:pt x="0" y="0"/>
                  </a:lnTo>
                  <a:lnTo>
                    <a:pt x="839872" y="0"/>
                  </a:lnTo>
                  <a:lnTo>
                    <a:pt x="839872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7423388" y="6114288"/>
              <a:ext cx="975335" cy="762000"/>
            </a:xfrm>
            <a:custGeom>
              <a:avLst/>
              <a:gdLst/>
              <a:ahLst/>
              <a:cxnLst/>
              <a:rect l="l" t="t" r="r" b="b"/>
              <a:pathLst>
                <a:path w="975335" h="762000">
                  <a:moveTo>
                    <a:pt x="0" y="762000"/>
                  </a:moveTo>
                  <a:lnTo>
                    <a:pt x="0" y="47625"/>
                  </a:lnTo>
                  <a:lnTo>
                    <a:pt x="135463" y="0"/>
                  </a:lnTo>
                  <a:lnTo>
                    <a:pt x="839872" y="0"/>
                  </a:lnTo>
                  <a:lnTo>
                    <a:pt x="975335" y="47625"/>
                  </a:lnTo>
                  <a:lnTo>
                    <a:pt x="975335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0078468" y="6833426"/>
              <a:ext cx="2329968" cy="42862"/>
            </a:xfrm>
            <a:custGeom>
              <a:avLst/>
              <a:gdLst/>
              <a:ahLst/>
              <a:cxnLst/>
              <a:rect l="l" t="t" r="r" b="b"/>
              <a:pathLst>
                <a:path w="2329968" h="42862">
                  <a:moveTo>
                    <a:pt x="0" y="42862"/>
                  </a:moveTo>
                  <a:lnTo>
                    <a:pt x="0" y="0"/>
                  </a:lnTo>
                  <a:lnTo>
                    <a:pt x="2329968" y="0"/>
                  </a:lnTo>
                  <a:lnTo>
                    <a:pt x="2329968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10268117" y="6790563"/>
              <a:ext cx="1950671" cy="85725"/>
            </a:xfrm>
            <a:custGeom>
              <a:avLst/>
              <a:gdLst/>
              <a:ahLst/>
              <a:cxnLst/>
              <a:rect l="l" t="t" r="r" b="b"/>
              <a:pathLst>
                <a:path w="1950671" h="85725">
                  <a:moveTo>
                    <a:pt x="0" y="85725"/>
                  </a:moveTo>
                  <a:lnTo>
                    <a:pt x="0" y="0"/>
                  </a:lnTo>
                  <a:lnTo>
                    <a:pt x="1950671" y="0"/>
                  </a:lnTo>
                  <a:lnTo>
                    <a:pt x="1950671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10430673" y="6476238"/>
              <a:ext cx="149009" cy="314325"/>
            </a:xfrm>
            <a:custGeom>
              <a:avLst/>
              <a:gdLst/>
              <a:ahLst/>
              <a:cxnLst/>
              <a:rect l="l" t="t" r="r" b="b"/>
              <a:pathLst>
                <a:path w="149009" h="314325">
                  <a:moveTo>
                    <a:pt x="0" y="314325"/>
                  </a:moveTo>
                  <a:lnTo>
                    <a:pt x="0" y="0"/>
                  </a:lnTo>
                  <a:lnTo>
                    <a:pt x="149009" y="0"/>
                  </a:lnTo>
                  <a:lnTo>
                    <a:pt x="149009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0701599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1622749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1907222" y="6476238"/>
              <a:ext cx="149010" cy="314325"/>
            </a:xfrm>
            <a:custGeom>
              <a:avLst/>
              <a:gdLst/>
              <a:ahLst/>
              <a:cxnLst/>
              <a:rect l="l" t="t" r="r" b="b"/>
              <a:pathLst>
                <a:path w="149010" h="314325">
                  <a:moveTo>
                    <a:pt x="0" y="314325"/>
                  </a:moveTo>
                  <a:lnTo>
                    <a:pt x="0" y="0"/>
                  </a:lnTo>
                  <a:lnTo>
                    <a:pt x="149010" y="0"/>
                  </a:lnTo>
                  <a:lnTo>
                    <a:pt x="149010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1026711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1378916" y="6247638"/>
              <a:ext cx="81277" cy="542925"/>
            </a:xfrm>
            <a:custGeom>
              <a:avLst/>
              <a:gdLst/>
              <a:ahLst/>
              <a:cxnLst/>
              <a:rect l="l" t="t" r="r" b="b"/>
              <a:pathLst>
                <a:path w="81277" h="542925">
                  <a:moveTo>
                    <a:pt x="0" y="542925"/>
                  </a:moveTo>
                  <a:lnTo>
                    <a:pt x="0" y="0"/>
                  </a:lnTo>
                  <a:lnTo>
                    <a:pt x="81277" y="0"/>
                  </a:lnTo>
                  <a:lnTo>
                    <a:pt x="8127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11026711" y="6614350"/>
              <a:ext cx="433482" cy="14288"/>
            </a:xfrm>
            <a:custGeom>
              <a:avLst/>
              <a:gdLst/>
              <a:ahLst/>
              <a:cxnLst/>
              <a:rect l="l" t="t" r="r" b="b"/>
              <a:pathLst>
                <a:path w="433482" h="14288">
                  <a:moveTo>
                    <a:pt x="0" y="14288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11026711" y="6471476"/>
              <a:ext cx="433482" cy="14287"/>
            </a:xfrm>
            <a:custGeom>
              <a:avLst/>
              <a:gdLst/>
              <a:ahLst/>
              <a:cxnLst/>
              <a:rect l="l" t="t" r="r" b="b"/>
              <a:pathLst>
                <a:path w="433482" h="14287">
                  <a:moveTo>
                    <a:pt x="0" y="14287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11026711" y="6328600"/>
              <a:ext cx="433482" cy="14288"/>
            </a:xfrm>
            <a:custGeom>
              <a:avLst/>
              <a:gdLst/>
              <a:ahLst/>
              <a:cxnLst/>
              <a:rect l="l" t="t" r="r" b="b"/>
              <a:pathLst>
                <a:path w="433482" h="14288">
                  <a:moveTo>
                    <a:pt x="0" y="14288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10864155" y="6085713"/>
              <a:ext cx="596038" cy="180975"/>
            </a:xfrm>
            <a:custGeom>
              <a:avLst/>
              <a:gdLst/>
              <a:ahLst/>
              <a:cxnLst/>
              <a:rect l="l" t="t" r="r" b="b"/>
              <a:pathLst>
                <a:path w="596038" h="180975">
                  <a:moveTo>
                    <a:pt x="162556" y="180975"/>
                  </a:moveTo>
                  <a:lnTo>
                    <a:pt x="596038" y="180975"/>
                  </a:lnTo>
                  <a:lnTo>
                    <a:pt x="460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406390" y="28575"/>
                  </a:lnTo>
                  <a:lnTo>
                    <a:pt x="514761" y="152400"/>
                  </a:lnTo>
                  <a:lnTo>
                    <a:pt x="16255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" name="Label pill"/>
          <p:cNvSpPr/>
          <p:nvPr/>
        </p:nvSpPr>
        <p:spPr>
          <a:xfrm>
            <a:off x="457200" y="292608"/>
            <a:ext cx="206197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10 / 14  ·  Farhana</a:t>
            </a:r>
          </a:p>
        </p:txBody>
      </p:sp>
      <p:sp>
        <p:nvSpPr>
          <p:cNvPr id="52" name="Label pill"/>
          <p:cNvSpPr/>
          <p:nvPr/>
        </p:nvSpPr>
        <p:spPr>
          <a:xfrm>
            <a:off x="10362895" y="292608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Flowchart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0" spc="-150">
                <a:solidFill>
                  <a:srgbClr val="101C2E"/>
                </a:solidFill>
                <a:latin typeface="Bricolage Grotesque ExtraBold"/>
              </a:rPr>
              <a:t>FARHANA · STAFF SIGN-UP AND SETUP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C3E57"/>
                </a:solidFill>
                <a:latin typeface="Figtree"/>
              </a:rPr>
              <a:t>A new staff account proves who it is, step by step, before its panel opens.</a:t>
            </a:r>
          </a:p>
        </p:txBody>
      </p:sp>
      <p:sp>
        <p:nvSpPr>
          <p:cNvPr id="56" name="Lane: React page"/>
          <p:cNvSpPr/>
          <p:nvPr/>
        </p:nvSpPr>
        <p:spPr>
          <a:xfrm>
            <a:off x="502920" y="178308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 rot="16200000">
            <a:off x="64008" y="22905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REACT PAGE</a:t>
            </a:r>
          </a:p>
        </p:txBody>
      </p:sp>
      <p:sp>
        <p:nvSpPr>
          <p:cNvPr id="58" name="Lane: Express API"/>
          <p:cNvSpPr/>
          <p:nvPr/>
        </p:nvSpPr>
        <p:spPr>
          <a:xfrm>
            <a:off x="502920" y="310896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 rot="16200000">
            <a:off x="64008" y="36164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EXPRESS API</a:t>
            </a:r>
          </a:p>
        </p:txBody>
      </p:sp>
      <p:sp>
        <p:nvSpPr>
          <p:cNvPr id="60" name="Lane: MongoDB"/>
          <p:cNvSpPr/>
          <p:nvPr/>
        </p:nvSpPr>
        <p:spPr>
          <a:xfrm>
            <a:off x="502920" y="443484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CBDAE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 rot="16200000">
            <a:off x="64008" y="49423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MONGODB</a:t>
            </a:r>
          </a:p>
        </p:txBody>
      </p:sp>
      <p:sp>
        <p:nvSpPr>
          <p:cNvPr id="62" name="Step: StaffSignup /staff/signup"/>
          <p:cNvSpPr/>
          <p:nvPr/>
        </p:nvSpPr>
        <p:spPr>
          <a:xfrm>
            <a:off x="114300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10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E6EEF6"/>
                </a:solidFill>
                <a:latin typeface="Figtree"/>
              </a:rPr>
              <a:t>StaffSignup</a:t>
            </a:r>
          </a:p>
          <a:p>
            <a:pPr algn="ctr"/>
            <a:r>
              <a:rPr sz="1400" b="0">
                <a:solidFill>
                  <a:srgbClr val="E6EEF6"/>
                </a:solidFill>
                <a:latin typeface="Figtree"/>
              </a:rPr>
              <a:t>/staff/signup</a:t>
            </a:r>
          </a:p>
        </p:txBody>
      </p:sp>
      <p:sp>
        <p:nvSpPr>
          <p:cNvPr id="63" name="Step: POST /staff/signup with access code"/>
          <p:cNvSpPr/>
          <p:nvPr/>
        </p:nvSpPr>
        <p:spPr>
          <a:xfrm>
            <a:off x="292608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POST /staff/signup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with access code</a:t>
            </a:r>
          </a:p>
        </p:txBody>
      </p:sp>
      <p:sp>
        <p:nvSpPr>
          <p:cNvPr id="64" name="Step: users onboarded: false"/>
          <p:cNvSpPr/>
          <p:nvPr/>
        </p:nvSpPr>
        <p:spPr>
          <a:xfrm>
            <a:off x="292608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users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onboarded: false</a:t>
            </a:r>
          </a:p>
        </p:txBody>
      </p:sp>
      <p:sp>
        <p:nvSpPr>
          <p:cNvPr id="65" name="Step: StaffProfile SetupChecklist"/>
          <p:cNvSpPr/>
          <p:nvPr/>
        </p:nvSpPr>
        <p:spPr>
          <a:xfrm>
            <a:off x="470916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StaffProfile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SetupChecklist</a:t>
            </a:r>
          </a:p>
        </p:txBody>
      </p:sp>
      <p:sp>
        <p:nvSpPr>
          <p:cNvPr id="66" name="Step: Setup checks code, ID, phone, email"/>
          <p:cNvSpPr/>
          <p:nvPr/>
        </p:nvSpPr>
        <p:spPr>
          <a:xfrm>
            <a:off x="649224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Setup checks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code, ID, phone, email</a:t>
            </a:r>
          </a:p>
        </p:txBody>
      </p:sp>
      <p:sp>
        <p:nvSpPr>
          <p:cNvPr id="67" name="Step: emailcodes 6-digit code"/>
          <p:cNvSpPr/>
          <p:nvPr/>
        </p:nvSpPr>
        <p:spPr>
          <a:xfrm>
            <a:off x="649224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emailcodes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6-digit code</a:t>
            </a:r>
          </a:p>
        </p:txBody>
      </p:sp>
      <p:sp>
        <p:nvSpPr>
          <p:cNvPr id="68" name="Step: POST /staff/finish 409 until done"/>
          <p:cNvSpPr/>
          <p:nvPr/>
        </p:nvSpPr>
        <p:spPr>
          <a:xfrm>
            <a:off x="827532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POST /staff/finish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409 until done</a:t>
            </a:r>
          </a:p>
        </p:txBody>
      </p:sp>
      <p:sp>
        <p:nvSpPr>
          <p:cNvPr id="69" name="Step: users onboarded: true"/>
          <p:cNvSpPr/>
          <p:nvPr/>
        </p:nvSpPr>
        <p:spPr>
          <a:xfrm>
            <a:off x="827532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users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onboarded: true</a:t>
            </a:r>
          </a:p>
        </p:txBody>
      </p:sp>
      <p:sp>
        <p:nvSpPr>
          <p:cNvPr id="70" name="Step: Panel unlocked new token"/>
          <p:cNvSpPr/>
          <p:nvPr/>
        </p:nvSpPr>
        <p:spPr>
          <a:xfrm>
            <a:off x="1005840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Panel unlocked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new token</a:t>
            </a:r>
          </a:p>
        </p:txBody>
      </p:sp>
      <p:cxnSp>
        <p:nvCxnSpPr>
          <p:cNvPr id="71" name="Connector 70"/>
          <p:cNvCxnSpPr>
            <a:stCxn id="62" idx="3"/>
            <a:endCxn id="63" idx="1"/>
          </p:cNvCxnSpPr>
          <p:nvPr/>
        </p:nvCxnSpPr>
        <p:spPr>
          <a:xfrm>
            <a:off x="2770632" y="2418588"/>
            <a:ext cx="155448" cy="132588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63" idx="2"/>
            <a:endCxn id="64" idx="0"/>
          </p:cNvCxnSpPr>
          <p:nvPr/>
        </p:nvCxnSpPr>
        <p:spPr>
          <a:xfrm flipH="1">
            <a:off x="3739896" y="4192524"/>
            <a:ext cx="0" cy="429768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64" idx="3"/>
            <a:endCxn id="65" idx="1"/>
          </p:cNvCxnSpPr>
          <p:nvPr/>
        </p:nvCxnSpPr>
        <p:spPr>
          <a:xfrm flipV="1">
            <a:off x="4553712" y="2418588"/>
            <a:ext cx="155448" cy="265176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65" idx="3"/>
            <a:endCxn id="66" idx="1"/>
          </p:cNvCxnSpPr>
          <p:nvPr/>
        </p:nvCxnSpPr>
        <p:spPr>
          <a:xfrm>
            <a:off x="6336792" y="2418588"/>
            <a:ext cx="155448" cy="132588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66" idx="2"/>
            <a:endCxn id="67" idx="0"/>
          </p:cNvCxnSpPr>
          <p:nvPr/>
        </p:nvCxnSpPr>
        <p:spPr>
          <a:xfrm flipH="1">
            <a:off x="7306056" y="4192524"/>
            <a:ext cx="0" cy="429768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66" idx="3"/>
            <a:endCxn id="68" idx="1"/>
          </p:cNvCxnSpPr>
          <p:nvPr/>
        </p:nvCxnSpPr>
        <p:spPr>
          <a:xfrm flipV="1">
            <a:off x="8119872" y="3744468"/>
            <a:ext cx="155448" cy="0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68" idx="2"/>
            <a:endCxn id="69" idx="0"/>
          </p:cNvCxnSpPr>
          <p:nvPr/>
        </p:nvCxnSpPr>
        <p:spPr>
          <a:xfrm flipH="1">
            <a:off x="9089136" y="4192524"/>
            <a:ext cx="0" cy="429768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stCxn id="69" idx="3"/>
            <a:endCxn id="70" idx="1"/>
          </p:cNvCxnSpPr>
          <p:nvPr/>
        </p:nvCxnSpPr>
        <p:spPr>
          <a:xfrm flipV="1">
            <a:off x="9902952" y="2418588"/>
            <a:ext cx="155448" cy="265176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Note"/>
          <p:cNvSpPr/>
          <p:nvPr/>
        </p:nvSpPr>
        <p:spPr>
          <a:xfrm>
            <a:off x="6492240" y="1965960"/>
            <a:ext cx="3410712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A980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400" b="0">
                <a:solidFill>
                  <a:srgbClr val="2C3E57"/>
                </a:solidFill>
                <a:latin typeface="Figtree"/>
              </a:rPr>
              <a:t>Codes, roster and access code stay on the 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-230288" y="6395275"/>
              <a:ext cx="717956" cy="481013"/>
            </a:xfrm>
            <a:custGeom>
              <a:avLst/>
              <a:gdLst/>
              <a:ahLst/>
              <a:cxnLst/>
              <a:rect l="l" t="t" r="r" b="b"/>
              <a:pathLst>
                <a:path w="717956" h="481013">
                  <a:moveTo>
                    <a:pt x="0" y="481013"/>
                  </a:moveTo>
                  <a:lnTo>
                    <a:pt x="0" y="0"/>
                  </a:lnTo>
                  <a:lnTo>
                    <a:pt x="717956" y="0"/>
                  </a:lnTo>
                  <a:lnTo>
                    <a:pt x="717956" y="4810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-86696" y="6276213"/>
              <a:ext cx="430773" cy="600075"/>
            </a:xfrm>
            <a:custGeom>
              <a:avLst/>
              <a:gdLst/>
              <a:ahLst/>
              <a:cxnLst/>
              <a:rect l="l" t="t" r="r" b="b"/>
              <a:pathLst>
                <a:path w="430773" h="600075">
                  <a:moveTo>
                    <a:pt x="0" y="600075"/>
                  </a:moveTo>
                  <a:lnTo>
                    <a:pt x="0" y="0"/>
                  </a:lnTo>
                  <a:lnTo>
                    <a:pt x="430773" y="0"/>
                  </a:lnTo>
                  <a:lnTo>
                    <a:pt x="430773" y="600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650224" y="6271450"/>
              <a:ext cx="474121" cy="604838"/>
            </a:xfrm>
            <a:custGeom>
              <a:avLst/>
              <a:gdLst/>
              <a:ahLst/>
              <a:cxnLst/>
              <a:rect l="l" t="t" r="r" b="b"/>
              <a:pathLst>
                <a:path w="474121" h="604838">
                  <a:moveTo>
                    <a:pt x="0" y="604838"/>
                  </a:moveTo>
                  <a:lnTo>
                    <a:pt x="0" y="0"/>
                  </a:lnTo>
                  <a:lnTo>
                    <a:pt x="474121" y="0"/>
                  </a:lnTo>
                  <a:lnTo>
                    <a:pt x="474121" y="6048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45048" y="6185726"/>
              <a:ext cx="284473" cy="690562"/>
            </a:xfrm>
            <a:custGeom>
              <a:avLst/>
              <a:gdLst/>
              <a:ahLst/>
              <a:cxnLst/>
              <a:rect l="l" t="t" r="r" b="b"/>
              <a:pathLst>
                <a:path w="284473" h="690562">
                  <a:moveTo>
                    <a:pt x="0" y="690562"/>
                  </a:moveTo>
                  <a:lnTo>
                    <a:pt x="0" y="0"/>
                  </a:lnTo>
                  <a:lnTo>
                    <a:pt x="284473" y="0"/>
                  </a:lnTo>
                  <a:lnTo>
                    <a:pt x="284473" y="6905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1313994" y="6280975"/>
              <a:ext cx="758594" cy="595313"/>
            </a:xfrm>
            <a:custGeom>
              <a:avLst/>
              <a:gdLst/>
              <a:ahLst/>
              <a:cxnLst/>
              <a:rect l="l" t="t" r="r" b="b"/>
              <a:pathLst>
                <a:path w="758594" h="595313">
                  <a:moveTo>
                    <a:pt x="0" y="595313"/>
                  </a:moveTo>
                  <a:lnTo>
                    <a:pt x="0" y="0"/>
                  </a:lnTo>
                  <a:lnTo>
                    <a:pt x="758594" y="0"/>
                  </a:lnTo>
                  <a:lnTo>
                    <a:pt x="758594" y="5953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316422" y="6290500"/>
              <a:ext cx="704409" cy="585788"/>
            </a:xfrm>
            <a:custGeom>
              <a:avLst/>
              <a:gdLst/>
              <a:ahLst/>
              <a:cxnLst/>
              <a:rect l="l" t="t" r="r" b="b"/>
              <a:pathLst>
                <a:path w="704409" h="585788">
                  <a:moveTo>
                    <a:pt x="0" y="58578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3318850" y="6404800"/>
              <a:ext cx="812780" cy="471488"/>
            </a:xfrm>
            <a:custGeom>
              <a:avLst/>
              <a:gdLst/>
              <a:ahLst/>
              <a:cxnLst/>
              <a:rect l="l" t="t" r="r" b="b"/>
              <a:pathLst>
                <a:path w="812780" h="471488">
                  <a:moveTo>
                    <a:pt x="0" y="471488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3481406" y="6333363"/>
              <a:ext cx="487668" cy="542925"/>
            </a:xfrm>
            <a:custGeom>
              <a:avLst/>
              <a:gdLst/>
              <a:ahLst/>
              <a:cxnLst/>
              <a:rect l="l" t="t" r="r" b="b"/>
              <a:pathLst>
                <a:path w="487668" h="542925">
                  <a:moveTo>
                    <a:pt x="0" y="542925"/>
                  </a:moveTo>
                  <a:lnTo>
                    <a:pt x="0" y="0"/>
                  </a:lnTo>
                  <a:lnTo>
                    <a:pt x="487668" y="0"/>
                  </a:lnTo>
                  <a:lnTo>
                    <a:pt x="48766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450480" y="6319076"/>
              <a:ext cx="636678" cy="557212"/>
            </a:xfrm>
            <a:custGeom>
              <a:avLst/>
              <a:gdLst/>
              <a:ahLst/>
              <a:cxnLst/>
              <a:rect l="l" t="t" r="r" b="b"/>
              <a:pathLst>
                <a:path w="636678" h="557212">
                  <a:moveTo>
                    <a:pt x="0" y="557212"/>
                  </a:moveTo>
                  <a:lnTo>
                    <a:pt x="0" y="0"/>
                  </a:lnTo>
                  <a:lnTo>
                    <a:pt x="636678" y="0"/>
                  </a:lnTo>
                  <a:lnTo>
                    <a:pt x="636678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9875273" y="6166675"/>
              <a:ext cx="812780" cy="709613"/>
            </a:xfrm>
            <a:custGeom>
              <a:avLst/>
              <a:gdLst/>
              <a:ahLst/>
              <a:cxnLst/>
              <a:rect l="l" t="t" r="r" b="b"/>
              <a:pathLst>
                <a:path w="812780" h="709613">
                  <a:moveTo>
                    <a:pt x="0" y="709613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7096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837062" y="6204776"/>
              <a:ext cx="596039" cy="671512"/>
            </a:xfrm>
            <a:custGeom>
              <a:avLst/>
              <a:gdLst/>
              <a:ahLst/>
              <a:cxnLst/>
              <a:rect l="l" t="t" r="r" b="b"/>
              <a:pathLst>
                <a:path w="596039" h="671512">
                  <a:moveTo>
                    <a:pt x="0" y="671512"/>
                  </a:moveTo>
                  <a:lnTo>
                    <a:pt x="0" y="0"/>
                  </a:lnTo>
                  <a:lnTo>
                    <a:pt x="596039" y="0"/>
                  </a:lnTo>
                  <a:lnTo>
                    <a:pt x="596039" y="6715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0956270" y="6100000"/>
              <a:ext cx="357623" cy="776288"/>
            </a:xfrm>
            <a:custGeom>
              <a:avLst/>
              <a:gdLst/>
              <a:ahLst/>
              <a:cxnLst/>
              <a:rect l="l" t="t" r="r" b="b"/>
              <a:pathLst>
                <a:path w="357623" h="776288">
                  <a:moveTo>
                    <a:pt x="0" y="776288"/>
                  </a:moveTo>
                  <a:lnTo>
                    <a:pt x="0" y="0"/>
                  </a:lnTo>
                  <a:lnTo>
                    <a:pt x="357623" y="0"/>
                  </a:lnTo>
                  <a:lnTo>
                    <a:pt x="357623" y="776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1731120" y="6252400"/>
              <a:ext cx="447029" cy="623888"/>
            </a:xfrm>
            <a:custGeom>
              <a:avLst/>
              <a:gdLst/>
              <a:ahLst/>
              <a:cxnLst/>
              <a:rect l="l" t="t" r="r" b="b"/>
              <a:pathLst>
                <a:path w="447029" h="623888">
                  <a:moveTo>
                    <a:pt x="0" y="623888"/>
                  </a:moveTo>
                  <a:lnTo>
                    <a:pt x="0" y="0"/>
                  </a:lnTo>
                  <a:lnTo>
                    <a:pt x="447029" y="0"/>
                  </a:lnTo>
                  <a:lnTo>
                    <a:pt x="447029" y="6238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7911056" y="6095238"/>
              <a:ext cx="1246262" cy="438150"/>
            </a:xfrm>
            <a:custGeom>
              <a:avLst/>
              <a:gdLst/>
              <a:ahLst/>
              <a:cxnLst/>
              <a:rect l="l" t="t" r="r" b="b"/>
              <a:pathLst>
                <a:path w="1246262" h="438150">
                  <a:moveTo>
                    <a:pt x="1246262" y="219075"/>
                  </a:moveTo>
                  <a:lnTo>
                    <a:pt x="1234288" y="176336"/>
                  </a:lnTo>
                  <a:lnTo>
                    <a:pt x="1198829" y="135239"/>
                  </a:lnTo>
                  <a:lnTo>
                    <a:pt x="1141245" y="97363"/>
                  </a:lnTo>
                  <a:lnTo>
                    <a:pt x="1063751" y="64166"/>
                  </a:lnTo>
                  <a:lnTo>
                    <a:pt x="969324" y="36921"/>
                  </a:lnTo>
                  <a:lnTo>
                    <a:pt x="861593" y="16676"/>
                  </a:lnTo>
                  <a:lnTo>
                    <a:pt x="744697" y="4209"/>
                  </a:lnTo>
                  <a:lnTo>
                    <a:pt x="623131" y="0"/>
                  </a:lnTo>
                  <a:lnTo>
                    <a:pt x="501564" y="4209"/>
                  </a:lnTo>
                  <a:lnTo>
                    <a:pt x="384669" y="16676"/>
                  </a:lnTo>
                  <a:lnTo>
                    <a:pt x="276938" y="36921"/>
                  </a:lnTo>
                  <a:lnTo>
                    <a:pt x="182510" y="64166"/>
                  </a:lnTo>
                  <a:lnTo>
                    <a:pt x="105016" y="97363"/>
                  </a:lnTo>
                  <a:lnTo>
                    <a:pt x="47433" y="135239"/>
                  </a:lnTo>
                  <a:lnTo>
                    <a:pt x="11973" y="176336"/>
                  </a:lnTo>
                  <a:lnTo>
                    <a:pt x="0" y="219075"/>
                  </a:lnTo>
                  <a:lnTo>
                    <a:pt x="11973" y="261814"/>
                  </a:lnTo>
                  <a:lnTo>
                    <a:pt x="47433" y="302911"/>
                  </a:lnTo>
                  <a:lnTo>
                    <a:pt x="105016" y="340787"/>
                  </a:lnTo>
                  <a:lnTo>
                    <a:pt x="182510" y="373984"/>
                  </a:lnTo>
                  <a:lnTo>
                    <a:pt x="276938" y="401229"/>
                  </a:lnTo>
                  <a:lnTo>
                    <a:pt x="384669" y="421474"/>
                  </a:lnTo>
                  <a:lnTo>
                    <a:pt x="501564" y="433941"/>
                  </a:lnTo>
                  <a:lnTo>
                    <a:pt x="623131" y="438150"/>
                  </a:lnTo>
                  <a:lnTo>
                    <a:pt x="744697" y="433941"/>
                  </a:lnTo>
                  <a:lnTo>
                    <a:pt x="861593" y="421474"/>
                  </a:lnTo>
                  <a:lnTo>
                    <a:pt x="969324" y="401229"/>
                  </a:lnTo>
                  <a:lnTo>
                    <a:pt x="1063751" y="373984"/>
                  </a:lnTo>
                  <a:lnTo>
                    <a:pt x="1141245" y="340787"/>
                  </a:lnTo>
                  <a:lnTo>
                    <a:pt x="1198829" y="302911"/>
                  </a:lnTo>
                  <a:lnTo>
                    <a:pt x="1234288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-2302876" y="6628638"/>
              <a:ext cx="3657509" cy="247650"/>
            </a:xfrm>
            <a:custGeom>
              <a:avLst/>
              <a:gdLst/>
              <a:ahLst/>
              <a:cxnLst/>
              <a:rect l="l" t="t" r="r" b="b"/>
              <a:pathLst>
                <a:path w="3657509" h="247650">
                  <a:moveTo>
                    <a:pt x="0" y="247650"/>
                  </a:moveTo>
                  <a:lnTo>
                    <a:pt x="0" y="0"/>
                  </a:lnTo>
                  <a:lnTo>
                    <a:pt x="3657509" y="0"/>
                  </a:lnTo>
                  <a:lnTo>
                    <a:pt x="3657509" y="2476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2167412" y="6600063"/>
              <a:ext cx="3386582" cy="276225"/>
            </a:xfrm>
            <a:custGeom>
              <a:avLst/>
              <a:gdLst/>
              <a:ahLst/>
              <a:cxnLst/>
              <a:rect l="l" t="t" r="r" b="b"/>
              <a:pathLst>
                <a:path w="3386582" h="276225">
                  <a:moveTo>
                    <a:pt x="0" y="276225"/>
                  </a:moveTo>
                  <a:lnTo>
                    <a:pt x="0" y="0"/>
                  </a:lnTo>
                  <a:lnTo>
                    <a:pt x="3386582" y="0"/>
                  </a:lnTo>
                  <a:lnTo>
                    <a:pt x="3386582" y="2762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-921150" y="6466713"/>
              <a:ext cx="1029521" cy="409575"/>
            </a:xfrm>
            <a:custGeom>
              <a:avLst/>
              <a:gdLst/>
              <a:ahLst/>
              <a:cxnLst/>
              <a:rect l="l" t="t" r="r" b="b"/>
              <a:pathLst>
                <a:path w="1029521" h="409575">
                  <a:moveTo>
                    <a:pt x="0" y="409575"/>
                  </a:moveTo>
                  <a:lnTo>
                    <a:pt x="0" y="0"/>
                  </a:lnTo>
                  <a:lnTo>
                    <a:pt x="1029521" y="0"/>
                  </a:lnTo>
                  <a:lnTo>
                    <a:pt x="1029521" y="4095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-1110799" y="6781038"/>
              <a:ext cx="1408818" cy="95250"/>
            </a:xfrm>
            <a:custGeom>
              <a:avLst/>
              <a:gdLst/>
              <a:ahLst/>
              <a:cxnLst/>
              <a:rect l="l" t="t" r="r" b="b"/>
              <a:pathLst>
                <a:path w="1408818" h="95250">
                  <a:moveTo>
                    <a:pt x="0" y="95250"/>
                  </a:moveTo>
                  <a:lnTo>
                    <a:pt x="433483" y="0"/>
                  </a:lnTo>
                  <a:lnTo>
                    <a:pt x="975336" y="0"/>
                  </a:lnTo>
                  <a:lnTo>
                    <a:pt x="1408818" y="952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354633" y="6714363"/>
              <a:ext cx="406390" cy="161925"/>
            </a:xfrm>
            <a:custGeom>
              <a:avLst/>
              <a:gdLst/>
              <a:ahLst/>
              <a:cxnLst/>
              <a:rect l="l" t="t" r="r" b="b"/>
              <a:pathLst>
                <a:path w="406390" h="161925">
                  <a:moveTo>
                    <a:pt x="0" y="161925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761023" y="6581013"/>
              <a:ext cx="298019" cy="295275"/>
            </a:xfrm>
            <a:custGeom>
              <a:avLst/>
              <a:gdLst/>
              <a:ahLst/>
              <a:cxnLst/>
              <a:rect l="l" t="t" r="r" b="b"/>
              <a:pathLst>
                <a:path w="298019" h="295275">
                  <a:moveTo>
                    <a:pt x="0" y="295275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295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059042" y="6657213"/>
              <a:ext cx="514760" cy="219075"/>
            </a:xfrm>
            <a:custGeom>
              <a:avLst/>
              <a:gdLst/>
              <a:ahLst/>
              <a:cxnLst/>
              <a:rect l="l" t="t" r="r" b="b"/>
              <a:pathLst>
                <a:path w="514760" h="219075">
                  <a:moveTo>
                    <a:pt x="0" y="219075"/>
                  </a:moveTo>
                  <a:lnTo>
                    <a:pt x="0" y="0"/>
                  </a:lnTo>
                  <a:lnTo>
                    <a:pt x="514760" y="0"/>
                  </a:lnTo>
                  <a:lnTo>
                    <a:pt x="514760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2573802" y="6304788"/>
              <a:ext cx="379298" cy="571500"/>
            </a:xfrm>
            <a:custGeom>
              <a:avLst/>
              <a:gdLst/>
              <a:ahLst/>
              <a:cxnLst/>
              <a:rect l="l" t="t" r="r" b="b"/>
              <a:pathLst>
                <a:path w="379298" h="571500">
                  <a:moveTo>
                    <a:pt x="0" y="571500"/>
                  </a:moveTo>
                  <a:lnTo>
                    <a:pt x="0" y="0"/>
                  </a:lnTo>
                  <a:lnTo>
                    <a:pt x="379298" y="0"/>
                  </a:lnTo>
                  <a:lnTo>
                    <a:pt x="379298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2627988" y="6228588"/>
              <a:ext cx="270926" cy="647700"/>
            </a:xfrm>
            <a:custGeom>
              <a:avLst/>
              <a:gdLst/>
              <a:ahLst/>
              <a:cxnLst/>
              <a:rect l="l" t="t" r="r" b="b"/>
              <a:pathLst>
                <a:path w="270926" h="647700">
                  <a:moveTo>
                    <a:pt x="0" y="647700"/>
                  </a:moveTo>
                  <a:lnTo>
                    <a:pt x="0" y="0"/>
                  </a:lnTo>
                  <a:lnTo>
                    <a:pt x="270926" y="0"/>
                  </a:lnTo>
                  <a:lnTo>
                    <a:pt x="270926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2953100" y="6685788"/>
              <a:ext cx="298019" cy="190500"/>
            </a:xfrm>
            <a:custGeom>
              <a:avLst/>
              <a:gdLst/>
              <a:ahLst/>
              <a:cxnLst/>
              <a:rect l="l" t="t" r="r" b="b"/>
              <a:pathLst>
                <a:path w="298019" h="190500">
                  <a:moveTo>
                    <a:pt x="0" y="190500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743131" y="6114288"/>
              <a:ext cx="40639" cy="114300"/>
            </a:xfrm>
            <a:custGeom>
              <a:avLst/>
              <a:gdLst/>
              <a:ahLst/>
              <a:cxnLst/>
              <a:rect l="l" t="t" r="r" b="b"/>
              <a:pathLst>
                <a:path w="40639" h="114300">
                  <a:moveTo>
                    <a:pt x="0" y="1143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251119" y="6714363"/>
              <a:ext cx="3792972" cy="161925"/>
            </a:xfrm>
            <a:custGeom>
              <a:avLst/>
              <a:gdLst/>
              <a:ahLst/>
              <a:cxnLst/>
              <a:rect l="l" t="t" r="r" b="b"/>
              <a:pathLst>
                <a:path w="3792972" h="161925">
                  <a:moveTo>
                    <a:pt x="0" y="161925"/>
                  </a:moveTo>
                  <a:lnTo>
                    <a:pt x="0" y="0"/>
                  </a:lnTo>
                  <a:lnTo>
                    <a:pt x="3792972" y="0"/>
                  </a:lnTo>
                  <a:lnTo>
                    <a:pt x="3792972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3413675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3413675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7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6556423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556423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7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3955528" y="6314313"/>
              <a:ext cx="812779" cy="561975"/>
            </a:xfrm>
            <a:custGeom>
              <a:avLst/>
              <a:gdLst/>
              <a:ahLst/>
              <a:cxnLst/>
              <a:rect l="l" t="t" r="r" b="b"/>
              <a:pathLst>
                <a:path w="812779" h="561975">
                  <a:moveTo>
                    <a:pt x="0" y="561975"/>
                  </a:moveTo>
                  <a:lnTo>
                    <a:pt x="0" y="0"/>
                  </a:lnTo>
                  <a:lnTo>
                    <a:pt x="812779" y="0"/>
                  </a:lnTo>
                  <a:lnTo>
                    <a:pt x="812779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5635272" y="6314313"/>
              <a:ext cx="839873" cy="561975"/>
            </a:xfrm>
            <a:custGeom>
              <a:avLst/>
              <a:gdLst/>
              <a:ahLst/>
              <a:cxnLst/>
              <a:rect l="l" t="t" r="r" b="b"/>
              <a:pathLst>
                <a:path w="839873" h="561975">
                  <a:moveTo>
                    <a:pt x="0" y="561975"/>
                  </a:moveTo>
                  <a:lnTo>
                    <a:pt x="0" y="0"/>
                  </a:lnTo>
                  <a:lnTo>
                    <a:pt x="839873" y="0"/>
                  </a:lnTo>
                  <a:lnTo>
                    <a:pt x="839873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4714122" y="6114288"/>
              <a:ext cx="975336" cy="762000"/>
            </a:xfrm>
            <a:custGeom>
              <a:avLst/>
              <a:gdLst/>
              <a:ahLst/>
              <a:cxnLst/>
              <a:rect l="l" t="t" r="r" b="b"/>
              <a:pathLst>
                <a:path w="975336" h="762000">
                  <a:moveTo>
                    <a:pt x="0" y="762000"/>
                  </a:moveTo>
                  <a:lnTo>
                    <a:pt x="0" y="47625"/>
                  </a:lnTo>
                  <a:lnTo>
                    <a:pt x="135463" y="0"/>
                  </a:lnTo>
                  <a:lnTo>
                    <a:pt x="839872" y="0"/>
                  </a:lnTo>
                  <a:lnTo>
                    <a:pt x="975336" y="47625"/>
                  </a:lnTo>
                  <a:lnTo>
                    <a:pt x="975336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7369202" y="6833426"/>
              <a:ext cx="2329969" cy="42862"/>
            </a:xfrm>
            <a:custGeom>
              <a:avLst/>
              <a:gdLst/>
              <a:ahLst/>
              <a:cxnLst/>
              <a:rect l="l" t="t" r="r" b="b"/>
              <a:pathLst>
                <a:path w="2329969" h="42862">
                  <a:moveTo>
                    <a:pt x="0" y="42862"/>
                  </a:moveTo>
                  <a:lnTo>
                    <a:pt x="0" y="0"/>
                  </a:lnTo>
                  <a:lnTo>
                    <a:pt x="2329969" y="0"/>
                  </a:lnTo>
                  <a:lnTo>
                    <a:pt x="2329969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7558851" y="6790563"/>
              <a:ext cx="1950671" cy="85725"/>
            </a:xfrm>
            <a:custGeom>
              <a:avLst/>
              <a:gdLst/>
              <a:ahLst/>
              <a:cxnLst/>
              <a:rect l="l" t="t" r="r" b="b"/>
              <a:pathLst>
                <a:path w="1950671" h="85725">
                  <a:moveTo>
                    <a:pt x="0" y="85725"/>
                  </a:moveTo>
                  <a:lnTo>
                    <a:pt x="0" y="0"/>
                  </a:lnTo>
                  <a:lnTo>
                    <a:pt x="1950671" y="0"/>
                  </a:lnTo>
                  <a:lnTo>
                    <a:pt x="1950671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7721407" y="6476238"/>
              <a:ext cx="149010" cy="314325"/>
            </a:xfrm>
            <a:custGeom>
              <a:avLst/>
              <a:gdLst/>
              <a:ahLst/>
              <a:cxnLst/>
              <a:rect l="l" t="t" r="r" b="b"/>
              <a:pathLst>
                <a:path w="149010" h="314325">
                  <a:moveTo>
                    <a:pt x="0" y="314325"/>
                  </a:moveTo>
                  <a:lnTo>
                    <a:pt x="0" y="0"/>
                  </a:lnTo>
                  <a:lnTo>
                    <a:pt x="149010" y="0"/>
                  </a:lnTo>
                  <a:lnTo>
                    <a:pt x="149010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7992334" y="6361938"/>
              <a:ext cx="162555" cy="428625"/>
            </a:xfrm>
            <a:custGeom>
              <a:avLst/>
              <a:gdLst/>
              <a:ahLst/>
              <a:cxnLst/>
              <a:rect l="l" t="t" r="r" b="b"/>
              <a:pathLst>
                <a:path w="162555" h="428625">
                  <a:moveTo>
                    <a:pt x="0" y="428625"/>
                  </a:moveTo>
                  <a:lnTo>
                    <a:pt x="0" y="0"/>
                  </a:lnTo>
                  <a:lnTo>
                    <a:pt x="162555" y="0"/>
                  </a:lnTo>
                  <a:lnTo>
                    <a:pt x="162555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8913484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9197957" y="6476238"/>
              <a:ext cx="149009" cy="314325"/>
            </a:xfrm>
            <a:custGeom>
              <a:avLst/>
              <a:gdLst/>
              <a:ahLst/>
              <a:cxnLst/>
              <a:rect l="l" t="t" r="r" b="b"/>
              <a:pathLst>
                <a:path w="149009" h="314325">
                  <a:moveTo>
                    <a:pt x="0" y="314325"/>
                  </a:moveTo>
                  <a:lnTo>
                    <a:pt x="0" y="0"/>
                  </a:lnTo>
                  <a:lnTo>
                    <a:pt x="149009" y="0"/>
                  </a:lnTo>
                  <a:lnTo>
                    <a:pt x="149009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8317445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8669650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8317445" y="6614350"/>
              <a:ext cx="433483" cy="14288"/>
            </a:xfrm>
            <a:custGeom>
              <a:avLst/>
              <a:gdLst/>
              <a:ahLst/>
              <a:cxnLst/>
              <a:rect l="l" t="t" r="r" b="b"/>
              <a:pathLst>
                <a:path w="433483" h="14288">
                  <a:moveTo>
                    <a:pt x="0" y="14288"/>
                  </a:moveTo>
                  <a:lnTo>
                    <a:pt x="0" y="0"/>
                  </a:lnTo>
                  <a:lnTo>
                    <a:pt x="433483" y="0"/>
                  </a:lnTo>
                  <a:lnTo>
                    <a:pt x="433483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8317445" y="6471476"/>
              <a:ext cx="433483" cy="14287"/>
            </a:xfrm>
            <a:custGeom>
              <a:avLst/>
              <a:gdLst/>
              <a:ahLst/>
              <a:cxnLst/>
              <a:rect l="l" t="t" r="r" b="b"/>
              <a:pathLst>
                <a:path w="433483" h="14287">
                  <a:moveTo>
                    <a:pt x="0" y="14287"/>
                  </a:moveTo>
                  <a:lnTo>
                    <a:pt x="0" y="0"/>
                  </a:lnTo>
                  <a:lnTo>
                    <a:pt x="433483" y="0"/>
                  </a:lnTo>
                  <a:lnTo>
                    <a:pt x="433483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8317445" y="6328600"/>
              <a:ext cx="433483" cy="14288"/>
            </a:xfrm>
            <a:custGeom>
              <a:avLst/>
              <a:gdLst/>
              <a:ahLst/>
              <a:cxnLst/>
              <a:rect l="l" t="t" r="r" b="b"/>
              <a:pathLst>
                <a:path w="433483" h="14288">
                  <a:moveTo>
                    <a:pt x="0" y="14288"/>
                  </a:moveTo>
                  <a:lnTo>
                    <a:pt x="0" y="0"/>
                  </a:lnTo>
                  <a:lnTo>
                    <a:pt x="433483" y="0"/>
                  </a:lnTo>
                  <a:lnTo>
                    <a:pt x="433483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8154889" y="6085713"/>
              <a:ext cx="596039" cy="180975"/>
            </a:xfrm>
            <a:custGeom>
              <a:avLst/>
              <a:gdLst/>
              <a:ahLst/>
              <a:cxnLst/>
              <a:rect l="l" t="t" r="r" b="b"/>
              <a:pathLst>
                <a:path w="596039" h="180975">
                  <a:moveTo>
                    <a:pt x="162556" y="180975"/>
                  </a:moveTo>
                  <a:lnTo>
                    <a:pt x="596039" y="180975"/>
                  </a:lnTo>
                  <a:lnTo>
                    <a:pt x="460576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406390" y="28575"/>
                  </a:lnTo>
                  <a:lnTo>
                    <a:pt x="514761" y="152400"/>
                  </a:lnTo>
                  <a:lnTo>
                    <a:pt x="16255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9699171" y="6742938"/>
              <a:ext cx="460575" cy="133350"/>
            </a:xfrm>
            <a:custGeom>
              <a:avLst/>
              <a:gdLst/>
              <a:ahLst/>
              <a:cxnLst/>
              <a:rect l="l" t="t" r="r" b="b"/>
              <a:pathLst>
                <a:path w="460575" h="133350">
                  <a:moveTo>
                    <a:pt x="0" y="1333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9888819" y="6523863"/>
              <a:ext cx="216742" cy="352425"/>
            </a:xfrm>
            <a:custGeom>
              <a:avLst/>
              <a:gdLst/>
              <a:ahLst/>
              <a:cxnLst/>
              <a:rect l="l" t="t" r="r" b="b"/>
              <a:pathLst>
                <a:path w="216742" h="352425">
                  <a:moveTo>
                    <a:pt x="0" y="352425"/>
                  </a:moveTo>
                  <a:lnTo>
                    <a:pt x="0" y="0"/>
                  </a:lnTo>
                  <a:lnTo>
                    <a:pt x="216742" y="0"/>
                  </a:lnTo>
                  <a:lnTo>
                    <a:pt x="216742" y="3524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11649842" y="6666738"/>
              <a:ext cx="216741" cy="209550"/>
            </a:xfrm>
            <a:custGeom>
              <a:avLst/>
              <a:gdLst/>
              <a:ahLst/>
              <a:cxnLst/>
              <a:rect l="l" t="t" r="r" b="b"/>
              <a:pathLst>
                <a:path w="216741" h="209550">
                  <a:moveTo>
                    <a:pt x="0" y="209550"/>
                  </a:moveTo>
                  <a:lnTo>
                    <a:pt x="0" y="0"/>
                  </a:lnTo>
                  <a:lnTo>
                    <a:pt x="216741" y="0"/>
                  </a:lnTo>
                  <a:lnTo>
                    <a:pt x="216741" y="209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10132653" y="6771513"/>
              <a:ext cx="1544282" cy="104775"/>
            </a:xfrm>
            <a:custGeom>
              <a:avLst/>
              <a:gdLst/>
              <a:ahLst/>
              <a:cxnLst/>
              <a:rect l="l" t="t" r="r" b="b"/>
              <a:pathLst>
                <a:path w="1544282" h="104775">
                  <a:moveTo>
                    <a:pt x="0" y="104775"/>
                  </a:moveTo>
                  <a:lnTo>
                    <a:pt x="0" y="0"/>
                  </a:lnTo>
                  <a:lnTo>
                    <a:pt x="1544282" y="0"/>
                  </a:lnTo>
                  <a:lnTo>
                    <a:pt x="1544282" y="1047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10295209" y="6380988"/>
              <a:ext cx="1219170" cy="390525"/>
            </a:xfrm>
            <a:custGeom>
              <a:avLst/>
              <a:gdLst/>
              <a:ahLst/>
              <a:cxnLst/>
              <a:rect l="l" t="t" r="r" b="b"/>
              <a:pathLst>
                <a:path w="1219170" h="390525">
                  <a:moveTo>
                    <a:pt x="0" y="390525"/>
                  </a:moveTo>
                  <a:lnTo>
                    <a:pt x="0" y="0"/>
                  </a:lnTo>
                  <a:lnTo>
                    <a:pt x="1219170" y="0"/>
                  </a:lnTo>
                  <a:lnTo>
                    <a:pt x="1219170" y="3905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10227478" y="6342888"/>
              <a:ext cx="1354632" cy="38100"/>
            </a:xfrm>
            <a:custGeom>
              <a:avLst/>
              <a:gdLst/>
              <a:ahLst/>
              <a:cxnLst/>
              <a:rect l="l" t="t" r="r" b="b"/>
              <a:pathLst>
                <a:path w="1354632" h="38100">
                  <a:moveTo>
                    <a:pt x="0" y="38100"/>
                  </a:moveTo>
                  <a:lnTo>
                    <a:pt x="0" y="0"/>
                  </a:lnTo>
                  <a:lnTo>
                    <a:pt x="1354632" y="0"/>
                  </a:lnTo>
                  <a:lnTo>
                    <a:pt x="1354632" y="38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10884475" y="6285738"/>
              <a:ext cx="40639" cy="57150"/>
            </a:xfrm>
            <a:custGeom>
              <a:avLst/>
              <a:gdLst/>
              <a:ahLst/>
              <a:cxnLst/>
              <a:rect l="l" t="t" r="r" b="b"/>
              <a:pathLst>
                <a:path w="40639" h="57150">
                  <a:moveTo>
                    <a:pt x="0" y="5715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57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1893676" y="5857113"/>
              <a:ext cx="460575" cy="1019175"/>
            </a:xfrm>
            <a:custGeom>
              <a:avLst/>
              <a:gdLst/>
              <a:ahLst/>
              <a:cxnLst/>
              <a:rect l="l" t="t" r="r" b="b"/>
              <a:pathLst>
                <a:path w="460575" h="1019175">
                  <a:moveTo>
                    <a:pt x="0" y="1019175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10191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12103644" y="5695188"/>
              <a:ext cx="40639" cy="161925"/>
            </a:xfrm>
            <a:custGeom>
              <a:avLst/>
              <a:gdLst/>
              <a:ahLst/>
              <a:cxnLst/>
              <a:rect l="l" t="t" r="r" b="b"/>
              <a:pathLst>
                <a:path w="40639" h="161925">
                  <a:moveTo>
                    <a:pt x="0" y="161925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7" name="Label pill"/>
          <p:cNvSpPr/>
          <p:nvPr/>
        </p:nvSpPr>
        <p:spPr>
          <a:xfrm>
            <a:off x="457200" y="292608"/>
            <a:ext cx="206197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11 / 14  ·  Farhana</a:t>
            </a:r>
          </a:p>
        </p:txBody>
      </p:sp>
      <p:sp>
        <p:nvSpPr>
          <p:cNvPr id="58" name="Label pill"/>
          <p:cNvSpPr/>
          <p:nvPr/>
        </p:nvSpPr>
        <p:spPr>
          <a:xfrm>
            <a:off x="10362895" y="292608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Screens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0" spc="-150">
                <a:solidFill>
                  <a:srgbClr val="101C2E"/>
                </a:solidFill>
                <a:latin typeface="Bricolage Grotesque ExtraBold"/>
              </a:rPr>
              <a:t>FARHANA · SCREENS</a:t>
            </a:r>
          </a:p>
        </p:txBody>
      </p:sp>
      <p:grpSp>
        <p:nvGrpSpPr>
          <p:cNvPr id="61" name="Screenshot placeholder (browser): Issue detail with progress steps"/>
          <p:cNvGrpSpPr/>
          <p:nvPr/>
        </p:nvGrpSpPr>
        <p:grpSpPr>
          <a:xfrm>
            <a:off x="548640" y="1645920"/>
            <a:ext cx="4160520" cy="3566160"/>
            <a:chOff x="548640" y="1645920"/>
            <a:chExt cx="4160520" cy="3566160"/>
          </a:xfrm>
        </p:grpSpPr>
        <p:sp>
          <p:nvSpPr>
            <p:cNvPr id="62" name="Rounded Rectangle 61"/>
            <p:cNvSpPr/>
            <p:nvPr/>
          </p:nvSpPr>
          <p:spPr>
            <a:xfrm>
              <a:off x="548640" y="1645920"/>
              <a:ext cx="4160520" cy="35661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63" name="Connector 62"/>
            <p:cNvCxnSpPr/>
            <p:nvPr/>
          </p:nvCxnSpPr>
          <p:spPr>
            <a:xfrm>
              <a:off x="566928" y="2029968"/>
              <a:ext cx="412394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13232" y="178308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5" name="Oval 64"/>
            <p:cNvSpPr/>
            <p:nvPr/>
          </p:nvSpPr>
          <p:spPr>
            <a:xfrm>
              <a:off x="896112" y="178308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6" name="Oval 65"/>
            <p:cNvSpPr/>
            <p:nvPr/>
          </p:nvSpPr>
          <p:spPr>
            <a:xfrm>
              <a:off x="1078992" y="178308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7" name="Rounded Rectangle 66"/>
            <p:cNvSpPr/>
            <p:nvPr/>
          </p:nvSpPr>
          <p:spPr>
            <a:xfrm>
              <a:off x="1325880" y="1719072"/>
              <a:ext cx="320040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/issues/:id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2427732" y="31181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TextBox 68"/>
            <p:cNvSpPr txBox="1"/>
            <p:nvPr/>
          </p:nvSpPr>
          <p:spPr>
            <a:xfrm>
              <a:off x="777240" y="3529584"/>
              <a:ext cx="370332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Issue detail with progress steps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548640" y="5349240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6A85"/>
                </a:solidFill>
                <a:latin typeface="Figtree"/>
              </a:rPr>
              <a:t>/issues/:id</a:t>
            </a:r>
          </a:p>
        </p:txBody>
      </p:sp>
      <p:grpSp>
        <p:nvGrpSpPr>
          <p:cNvPr id="71" name="Screenshot placeholder (browser): Staff setup checklist"/>
          <p:cNvGrpSpPr/>
          <p:nvPr/>
        </p:nvGrpSpPr>
        <p:grpSpPr>
          <a:xfrm>
            <a:off x="4983480" y="1645920"/>
            <a:ext cx="4160520" cy="3566160"/>
            <a:chOff x="4983480" y="1645920"/>
            <a:chExt cx="4160520" cy="3566160"/>
          </a:xfrm>
        </p:grpSpPr>
        <p:sp>
          <p:nvSpPr>
            <p:cNvPr id="72" name="Rounded Rectangle 71"/>
            <p:cNvSpPr/>
            <p:nvPr/>
          </p:nvSpPr>
          <p:spPr>
            <a:xfrm>
              <a:off x="4983480" y="1645920"/>
              <a:ext cx="4160520" cy="35661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73" name="Connector 72"/>
            <p:cNvCxnSpPr/>
            <p:nvPr/>
          </p:nvCxnSpPr>
          <p:spPr>
            <a:xfrm>
              <a:off x="5001768" y="2029968"/>
              <a:ext cx="412394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/>
            <p:cNvSpPr/>
            <p:nvPr/>
          </p:nvSpPr>
          <p:spPr>
            <a:xfrm>
              <a:off x="5148072" y="178308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5" name="Oval 74"/>
            <p:cNvSpPr/>
            <p:nvPr/>
          </p:nvSpPr>
          <p:spPr>
            <a:xfrm>
              <a:off x="5330952" y="178308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6" name="Oval 75"/>
            <p:cNvSpPr/>
            <p:nvPr/>
          </p:nvSpPr>
          <p:spPr>
            <a:xfrm>
              <a:off x="5513832" y="178308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7" name="Rounded Rectangle 76"/>
            <p:cNvSpPr/>
            <p:nvPr/>
          </p:nvSpPr>
          <p:spPr>
            <a:xfrm>
              <a:off x="5760720" y="1719072"/>
              <a:ext cx="320040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/department/profile</a:t>
              </a: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6862572" y="31181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9" name="TextBox 78"/>
            <p:cNvSpPr txBox="1"/>
            <p:nvPr/>
          </p:nvSpPr>
          <p:spPr>
            <a:xfrm>
              <a:off x="5212080" y="3529584"/>
              <a:ext cx="370332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Staff setup checklist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4983480" y="5349240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6A85"/>
                </a:solidFill>
                <a:latin typeface="Figtree"/>
              </a:rPr>
              <a:t>/department/profile</a:t>
            </a:r>
          </a:p>
        </p:txBody>
      </p:sp>
      <p:grpSp>
        <p:nvGrpSpPr>
          <p:cNvPr id="81" name="Screenshot placeholder (phone): Report assistant panel (AssistPanel)"/>
          <p:cNvGrpSpPr/>
          <p:nvPr/>
        </p:nvGrpSpPr>
        <p:grpSpPr>
          <a:xfrm>
            <a:off x="9418320" y="1645920"/>
            <a:ext cx="2423160" cy="3566160"/>
            <a:chOff x="9418320" y="1645920"/>
            <a:chExt cx="2423160" cy="3566160"/>
          </a:xfrm>
        </p:grpSpPr>
        <p:sp>
          <p:nvSpPr>
            <p:cNvPr id="82" name="Rounded Rectangle 81"/>
            <p:cNvSpPr/>
            <p:nvPr/>
          </p:nvSpPr>
          <p:spPr>
            <a:xfrm>
              <a:off x="9418320" y="1645920"/>
              <a:ext cx="2423160" cy="356616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3" name="Rounded Rectangle 82"/>
            <p:cNvSpPr/>
            <p:nvPr/>
          </p:nvSpPr>
          <p:spPr>
            <a:xfrm>
              <a:off x="10309860" y="1773936"/>
              <a:ext cx="640080" cy="109728"/>
            </a:xfrm>
            <a:prstGeom prst="roundRect">
              <a:avLst>
                <a:gd name="adj" fmla="val 50000"/>
              </a:avLst>
            </a:prstGeom>
            <a:solidFill>
              <a:srgbClr val="CBD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4" name="Rounded Rectangle 83"/>
            <p:cNvSpPr/>
            <p:nvPr/>
          </p:nvSpPr>
          <p:spPr>
            <a:xfrm>
              <a:off x="10428732" y="2862072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5" name="TextBox 84"/>
            <p:cNvSpPr txBox="1"/>
            <p:nvPr/>
          </p:nvSpPr>
          <p:spPr>
            <a:xfrm>
              <a:off x="9555480" y="3291840"/>
              <a:ext cx="2148840" cy="10972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Report assistant panel (AssistPanel)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9418320" y="53492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6A85"/>
                </a:solidFill>
                <a:latin typeface="Figtree"/>
              </a:rPr>
              <a:t>/report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-115137" y="6290500"/>
              <a:ext cx="665234" cy="585788"/>
            </a:xfrm>
            <a:custGeom>
              <a:avLst/>
              <a:gdLst/>
              <a:ahLst/>
              <a:cxnLst/>
              <a:rect l="l" t="t" r="r" b="b"/>
              <a:pathLst>
                <a:path w="665234" h="585788">
                  <a:moveTo>
                    <a:pt x="0" y="585788"/>
                  </a:moveTo>
                  <a:lnTo>
                    <a:pt x="0" y="0"/>
                  </a:lnTo>
                  <a:lnTo>
                    <a:pt x="665234" y="0"/>
                  </a:lnTo>
                  <a:lnTo>
                    <a:pt x="665234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831543" y="6404800"/>
              <a:ext cx="767578" cy="471488"/>
            </a:xfrm>
            <a:custGeom>
              <a:avLst/>
              <a:gdLst/>
              <a:ahLst/>
              <a:cxnLst/>
              <a:rect l="l" t="t" r="r" b="b"/>
              <a:pathLst>
                <a:path w="767578" h="471488">
                  <a:moveTo>
                    <a:pt x="0" y="471488"/>
                  </a:moveTo>
                  <a:lnTo>
                    <a:pt x="0" y="0"/>
                  </a:lnTo>
                  <a:lnTo>
                    <a:pt x="767578" y="0"/>
                  </a:lnTo>
                  <a:lnTo>
                    <a:pt x="767578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985058" y="6333363"/>
              <a:ext cx="460547" cy="542925"/>
            </a:xfrm>
            <a:custGeom>
              <a:avLst/>
              <a:gdLst/>
              <a:ahLst/>
              <a:cxnLst/>
              <a:rect l="l" t="t" r="r" b="b"/>
              <a:pathLst>
                <a:path w="460547" h="542925">
                  <a:moveTo>
                    <a:pt x="0" y="542925"/>
                  </a:moveTo>
                  <a:lnTo>
                    <a:pt x="0" y="0"/>
                  </a:lnTo>
                  <a:lnTo>
                    <a:pt x="460547" y="0"/>
                  </a:lnTo>
                  <a:lnTo>
                    <a:pt x="46054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4733397" y="6319076"/>
              <a:ext cx="601269" cy="557212"/>
            </a:xfrm>
            <a:custGeom>
              <a:avLst/>
              <a:gdLst/>
              <a:ahLst/>
              <a:cxnLst/>
              <a:rect l="l" t="t" r="r" b="b"/>
              <a:pathLst>
                <a:path w="601269" h="557212">
                  <a:moveTo>
                    <a:pt x="0" y="557212"/>
                  </a:moveTo>
                  <a:lnTo>
                    <a:pt x="0" y="0"/>
                  </a:lnTo>
                  <a:lnTo>
                    <a:pt x="601269" y="0"/>
                  </a:lnTo>
                  <a:lnTo>
                    <a:pt x="601269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023338" y="6166675"/>
              <a:ext cx="767577" cy="709613"/>
            </a:xfrm>
            <a:custGeom>
              <a:avLst/>
              <a:gdLst/>
              <a:ahLst/>
              <a:cxnLst/>
              <a:rect l="l" t="t" r="r" b="b"/>
              <a:pathLst>
                <a:path w="767577" h="709613">
                  <a:moveTo>
                    <a:pt x="0" y="709613"/>
                  </a:moveTo>
                  <a:lnTo>
                    <a:pt x="0" y="0"/>
                  </a:lnTo>
                  <a:lnTo>
                    <a:pt x="767577" y="0"/>
                  </a:lnTo>
                  <a:lnTo>
                    <a:pt x="767577" y="7096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7931638" y="6204776"/>
              <a:ext cx="562890" cy="671512"/>
            </a:xfrm>
            <a:custGeom>
              <a:avLst/>
              <a:gdLst/>
              <a:ahLst/>
              <a:cxnLst/>
              <a:rect l="l" t="t" r="r" b="b"/>
              <a:pathLst>
                <a:path w="562890" h="671512">
                  <a:moveTo>
                    <a:pt x="0" y="671512"/>
                  </a:moveTo>
                  <a:lnTo>
                    <a:pt x="0" y="0"/>
                  </a:lnTo>
                  <a:lnTo>
                    <a:pt x="562890" y="0"/>
                  </a:lnTo>
                  <a:lnTo>
                    <a:pt x="562890" y="6715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8044216" y="6100000"/>
              <a:ext cx="337734" cy="776288"/>
            </a:xfrm>
            <a:custGeom>
              <a:avLst/>
              <a:gdLst/>
              <a:ahLst/>
              <a:cxnLst/>
              <a:rect l="l" t="t" r="r" b="b"/>
              <a:pathLst>
                <a:path w="337734" h="776288">
                  <a:moveTo>
                    <a:pt x="0" y="776288"/>
                  </a:moveTo>
                  <a:lnTo>
                    <a:pt x="0" y="0"/>
                  </a:lnTo>
                  <a:lnTo>
                    <a:pt x="337734" y="0"/>
                  </a:lnTo>
                  <a:lnTo>
                    <a:pt x="337734" y="776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775974" y="6252400"/>
              <a:ext cx="422167" cy="623888"/>
            </a:xfrm>
            <a:custGeom>
              <a:avLst/>
              <a:gdLst/>
              <a:ahLst/>
              <a:cxnLst/>
              <a:rect l="l" t="t" r="r" b="b"/>
              <a:pathLst>
                <a:path w="422167" h="623888">
                  <a:moveTo>
                    <a:pt x="0" y="623888"/>
                  </a:moveTo>
                  <a:lnTo>
                    <a:pt x="0" y="0"/>
                  </a:lnTo>
                  <a:lnTo>
                    <a:pt x="422167" y="0"/>
                  </a:lnTo>
                  <a:lnTo>
                    <a:pt x="422167" y="6238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9338864" y="6504813"/>
              <a:ext cx="460547" cy="371475"/>
            </a:xfrm>
            <a:custGeom>
              <a:avLst/>
              <a:gdLst/>
              <a:ahLst/>
              <a:cxnLst/>
              <a:rect l="l" t="t" r="r" b="b"/>
              <a:pathLst>
                <a:path w="460547" h="371475">
                  <a:moveTo>
                    <a:pt x="0" y="371475"/>
                  </a:moveTo>
                  <a:lnTo>
                    <a:pt x="0" y="0"/>
                  </a:lnTo>
                  <a:lnTo>
                    <a:pt x="460547" y="0"/>
                  </a:lnTo>
                  <a:lnTo>
                    <a:pt x="460547" y="3714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0106442" y="6476238"/>
              <a:ext cx="447754" cy="400050"/>
            </a:xfrm>
            <a:custGeom>
              <a:avLst/>
              <a:gdLst/>
              <a:ahLst/>
              <a:cxnLst/>
              <a:rect l="l" t="t" r="r" b="b"/>
              <a:pathLst>
                <a:path w="447754" h="400050">
                  <a:moveTo>
                    <a:pt x="0" y="400050"/>
                  </a:moveTo>
                  <a:lnTo>
                    <a:pt x="0" y="0"/>
                  </a:lnTo>
                  <a:lnTo>
                    <a:pt x="447754" y="0"/>
                  </a:lnTo>
                  <a:lnTo>
                    <a:pt x="447754" y="4000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0195993" y="6423850"/>
              <a:ext cx="268652" cy="452438"/>
            </a:xfrm>
            <a:custGeom>
              <a:avLst/>
              <a:gdLst/>
              <a:ahLst/>
              <a:cxnLst/>
              <a:rect l="l" t="t" r="r" b="b"/>
              <a:pathLst>
                <a:path w="268652" h="452438">
                  <a:moveTo>
                    <a:pt x="0" y="452438"/>
                  </a:moveTo>
                  <a:lnTo>
                    <a:pt x="0" y="0"/>
                  </a:lnTo>
                  <a:lnTo>
                    <a:pt x="268652" y="0"/>
                  </a:lnTo>
                  <a:lnTo>
                    <a:pt x="268652" y="4524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0720504" y="6200013"/>
              <a:ext cx="383789" cy="676275"/>
            </a:xfrm>
            <a:custGeom>
              <a:avLst/>
              <a:gdLst/>
              <a:ahLst/>
              <a:cxnLst/>
              <a:rect l="l" t="t" r="r" b="b"/>
              <a:pathLst>
                <a:path w="383789" h="676275">
                  <a:moveTo>
                    <a:pt x="0" y="676275"/>
                  </a:moveTo>
                  <a:lnTo>
                    <a:pt x="0" y="0"/>
                  </a:lnTo>
                  <a:lnTo>
                    <a:pt x="383789" y="0"/>
                  </a:lnTo>
                  <a:lnTo>
                    <a:pt x="383789" y="676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797262" y="6138100"/>
              <a:ext cx="230273" cy="738188"/>
            </a:xfrm>
            <a:custGeom>
              <a:avLst/>
              <a:gdLst/>
              <a:ahLst/>
              <a:cxnLst/>
              <a:rect l="l" t="t" r="r" b="b"/>
              <a:pathLst>
                <a:path w="230273" h="738188">
                  <a:moveTo>
                    <a:pt x="0" y="738188"/>
                  </a:moveTo>
                  <a:lnTo>
                    <a:pt x="0" y="0"/>
                  </a:lnTo>
                  <a:lnTo>
                    <a:pt x="230273" y="0"/>
                  </a:lnTo>
                  <a:lnTo>
                    <a:pt x="230273" y="7381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1372945" y="6528626"/>
              <a:ext cx="626856" cy="347662"/>
            </a:xfrm>
            <a:custGeom>
              <a:avLst/>
              <a:gdLst/>
              <a:ahLst/>
              <a:cxnLst/>
              <a:rect l="l" t="t" r="r" b="b"/>
              <a:pathLst>
                <a:path w="626856" h="347662">
                  <a:moveTo>
                    <a:pt x="0" y="347662"/>
                  </a:moveTo>
                  <a:lnTo>
                    <a:pt x="0" y="0"/>
                  </a:lnTo>
                  <a:lnTo>
                    <a:pt x="626856" y="0"/>
                  </a:lnTo>
                  <a:lnTo>
                    <a:pt x="626856" y="3476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1498317" y="6452425"/>
              <a:ext cx="376113" cy="423863"/>
            </a:xfrm>
            <a:custGeom>
              <a:avLst/>
              <a:gdLst/>
              <a:ahLst/>
              <a:cxnLst/>
              <a:rect l="l" t="t" r="r" b="b"/>
              <a:pathLst>
                <a:path w="376113" h="423863">
                  <a:moveTo>
                    <a:pt x="0" y="423863"/>
                  </a:moveTo>
                  <a:lnTo>
                    <a:pt x="0" y="0"/>
                  </a:lnTo>
                  <a:lnTo>
                    <a:pt x="376113" y="0"/>
                  </a:lnTo>
                  <a:lnTo>
                    <a:pt x="376113" y="42386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5168358" y="6095238"/>
              <a:ext cx="1176952" cy="438150"/>
            </a:xfrm>
            <a:custGeom>
              <a:avLst/>
              <a:gdLst/>
              <a:ahLst/>
              <a:cxnLst/>
              <a:rect l="l" t="t" r="r" b="b"/>
              <a:pathLst>
                <a:path w="1176952" h="438150">
                  <a:moveTo>
                    <a:pt x="1176952" y="219075"/>
                  </a:moveTo>
                  <a:lnTo>
                    <a:pt x="1165645" y="176336"/>
                  </a:lnTo>
                  <a:lnTo>
                    <a:pt x="1132157" y="135239"/>
                  </a:lnTo>
                  <a:lnTo>
                    <a:pt x="1077776" y="97363"/>
                  </a:lnTo>
                  <a:lnTo>
                    <a:pt x="1004592" y="64166"/>
                  </a:lnTo>
                  <a:lnTo>
                    <a:pt x="915416" y="36921"/>
                  </a:lnTo>
                  <a:lnTo>
                    <a:pt x="813676" y="16676"/>
                  </a:lnTo>
                  <a:lnTo>
                    <a:pt x="703282" y="4209"/>
                  </a:lnTo>
                  <a:lnTo>
                    <a:pt x="588476" y="0"/>
                  </a:lnTo>
                  <a:lnTo>
                    <a:pt x="473670" y="4209"/>
                  </a:lnTo>
                  <a:lnTo>
                    <a:pt x="363276" y="16676"/>
                  </a:lnTo>
                  <a:lnTo>
                    <a:pt x="261536" y="36921"/>
                  </a:lnTo>
                  <a:lnTo>
                    <a:pt x="172360" y="64166"/>
                  </a:lnTo>
                  <a:lnTo>
                    <a:pt x="99176" y="97363"/>
                  </a:lnTo>
                  <a:lnTo>
                    <a:pt x="44795" y="135239"/>
                  </a:lnTo>
                  <a:lnTo>
                    <a:pt x="11307" y="176336"/>
                  </a:lnTo>
                  <a:lnTo>
                    <a:pt x="0" y="219075"/>
                  </a:lnTo>
                  <a:lnTo>
                    <a:pt x="11307" y="261814"/>
                  </a:lnTo>
                  <a:lnTo>
                    <a:pt x="44795" y="302911"/>
                  </a:lnTo>
                  <a:lnTo>
                    <a:pt x="99176" y="340787"/>
                  </a:lnTo>
                  <a:lnTo>
                    <a:pt x="172360" y="373984"/>
                  </a:lnTo>
                  <a:lnTo>
                    <a:pt x="261536" y="401229"/>
                  </a:lnTo>
                  <a:lnTo>
                    <a:pt x="363276" y="421474"/>
                  </a:lnTo>
                  <a:lnTo>
                    <a:pt x="473670" y="433941"/>
                  </a:lnTo>
                  <a:lnTo>
                    <a:pt x="588476" y="438150"/>
                  </a:lnTo>
                  <a:lnTo>
                    <a:pt x="703282" y="433941"/>
                  </a:lnTo>
                  <a:lnTo>
                    <a:pt x="813676" y="421474"/>
                  </a:lnTo>
                  <a:lnTo>
                    <a:pt x="915416" y="401229"/>
                  </a:lnTo>
                  <a:lnTo>
                    <a:pt x="1004592" y="373984"/>
                  </a:lnTo>
                  <a:lnTo>
                    <a:pt x="1077776" y="340787"/>
                  </a:lnTo>
                  <a:lnTo>
                    <a:pt x="1132157" y="302911"/>
                  </a:lnTo>
                  <a:lnTo>
                    <a:pt x="1165645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-358203" y="6657213"/>
              <a:ext cx="486133" cy="219075"/>
            </a:xfrm>
            <a:custGeom>
              <a:avLst/>
              <a:gdLst/>
              <a:ahLst/>
              <a:cxnLst/>
              <a:rect l="l" t="t" r="r" b="b"/>
              <a:pathLst>
                <a:path w="486133" h="219075">
                  <a:moveTo>
                    <a:pt x="0" y="219075"/>
                  </a:moveTo>
                  <a:lnTo>
                    <a:pt x="0" y="0"/>
                  </a:lnTo>
                  <a:lnTo>
                    <a:pt x="486133" y="0"/>
                  </a:lnTo>
                  <a:lnTo>
                    <a:pt x="486133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27930" y="6304788"/>
              <a:ext cx="358203" cy="571500"/>
            </a:xfrm>
            <a:custGeom>
              <a:avLst/>
              <a:gdLst/>
              <a:ahLst/>
              <a:cxnLst/>
              <a:rect l="l" t="t" r="r" b="b"/>
              <a:pathLst>
                <a:path w="358203" h="571500">
                  <a:moveTo>
                    <a:pt x="0" y="571500"/>
                  </a:moveTo>
                  <a:lnTo>
                    <a:pt x="0" y="0"/>
                  </a:lnTo>
                  <a:lnTo>
                    <a:pt x="358203" y="0"/>
                  </a:lnTo>
                  <a:lnTo>
                    <a:pt x="358203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79102" y="6228588"/>
              <a:ext cx="255859" cy="647700"/>
            </a:xfrm>
            <a:custGeom>
              <a:avLst/>
              <a:gdLst/>
              <a:ahLst/>
              <a:cxnLst/>
              <a:rect l="l" t="t" r="r" b="b"/>
              <a:pathLst>
                <a:path w="255859" h="647700">
                  <a:moveTo>
                    <a:pt x="0" y="647700"/>
                  </a:moveTo>
                  <a:lnTo>
                    <a:pt x="0" y="0"/>
                  </a:lnTo>
                  <a:lnTo>
                    <a:pt x="255859" y="0"/>
                  </a:lnTo>
                  <a:lnTo>
                    <a:pt x="255859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486133" y="6685788"/>
              <a:ext cx="281445" cy="190500"/>
            </a:xfrm>
            <a:custGeom>
              <a:avLst/>
              <a:gdLst/>
              <a:ahLst/>
              <a:cxnLst/>
              <a:rect l="l" t="t" r="r" b="b"/>
              <a:pathLst>
                <a:path w="281445" h="190500">
                  <a:moveTo>
                    <a:pt x="0" y="190500"/>
                  </a:moveTo>
                  <a:lnTo>
                    <a:pt x="0" y="0"/>
                  </a:lnTo>
                  <a:lnTo>
                    <a:pt x="281445" y="0"/>
                  </a:lnTo>
                  <a:lnTo>
                    <a:pt x="281445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87842" y="6114288"/>
              <a:ext cx="38379" cy="114300"/>
            </a:xfrm>
            <a:custGeom>
              <a:avLst/>
              <a:gdLst/>
              <a:ahLst/>
              <a:cxnLst/>
              <a:rect l="l" t="t" r="r" b="b"/>
              <a:pathLst>
                <a:path w="38379" h="114300">
                  <a:moveTo>
                    <a:pt x="0" y="114300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767578" y="6714363"/>
              <a:ext cx="3582030" cy="161925"/>
            </a:xfrm>
            <a:custGeom>
              <a:avLst/>
              <a:gdLst/>
              <a:ahLst/>
              <a:cxnLst/>
              <a:rect l="l" t="t" r="r" b="b"/>
              <a:pathLst>
                <a:path w="3582030" h="161925">
                  <a:moveTo>
                    <a:pt x="0" y="161925"/>
                  </a:moveTo>
                  <a:lnTo>
                    <a:pt x="0" y="0"/>
                  </a:lnTo>
                  <a:lnTo>
                    <a:pt x="3582030" y="0"/>
                  </a:lnTo>
                  <a:lnTo>
                    <a:pt x="358203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921093" y="6438138"/>
              <a:ext cx="434961" cy="438150"/>
            </a:xfrm>
            <a:custGeom>
              <a:avLst/>
              <a:gdLst/>
              <a:ahLst/>
              <a:cxnLst/>
              <a:rect l="l" t="t" r="r" b="b"/>
              <a:pathLst>
                <a:path w="434961" h="438150">
                  <a:moveTo>
                    <a:pt x="0" y="4381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921093" y="6404800"/>
              <a:ext cx="434961" cy="33338"/>
            </a:xfrm>
            <a:custGeom>
              <a:avLst/>
              <a:gdLst/>
              <a:ahLst/>
              <a:cxnLst/>
              <a:rect l="l" t="t" r="r" b="b"/>
              <a:pathLst>
                <a:path w="434961" h="33338">
                  <a:moveTo>
                    <a:pt x="0" y="33338"/>
                  </a:moveTo>
                  <a:lnTo>
                    <a:pt x="217481" y="0"/>
                  </a:lnTo>
                  <a:lnTo>
                    <a:pt x="434961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3889061" y="6438138"/>
              <a:ext cx="434961" cy="438150"/>
            </a:xfrm>
            <a:custGeom>
              <a:avLst/>
              <a:gdLst/>
              <a:ahLst/>
              <a:cxnLst/>
              <a:rect l="l" t="t" r="r" b="b"/>
              <a:pathLst>
                <a:path w="434961" h="438150">
                  <a:moveTo>
                    <a:pt x="0" y="4381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89061" y="6404800"/>
              <a:ext cx="434961" cy="33338"/>
            </a:xfrm>
            <a:custGeom>
              <a:avLst/>
              <a:gdLst/>
              <a:ahLst/>
              <a:cxnLst/>
              <a:rect l="l" t="t" r="r" b="b"/>
              <a:pathLst>
                <a:path w="434961" h="33338">
                  <a:moveTo>
                    <a:pt x="0" y="33338"/>
                  </a:moveTo>
                  <a:lnTo>
                    <a:pt x="217481" y="0"/>
                  </a:lnTo>
                  <a:lnTo>
                    <a:pt x="434961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432812" y="6314313"/>
              <a:ext cx="767578" cy="561975"/>
            </a:xfrm>
            <a:custGeom>
              <a:avLst/>
              <a:gdLst/>
              <a:ahLst/>
              <a:cxnLst/>
              <a:rect l="l" t="t" r="r" b="b"/>
              <a:pathLst>
                <a:path w="767578" h="561975">
                  <a:moveTo>
                    <a:pt x="0" y="561975"/>
                  </a:moveTo>
                  <a:lnTo>
                    <a:pt x="0" y="0"/>
                  </a:lnTo>
                  <a:lnTo>
                    <a:pt x="767578" y="0"/>
                  </a:lnTo>
                  <a:lnTo>
                    <a:pt x="767578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3019140" y="6314313"/>
              <a:ext cx="793163" cy="561975"/>
            </a:xfrm>
            <a:custGeom>
              <a:avLst/>
              <a:gdLst/>
              <a:ahLst/>
              <a:cxnLst/>
              <a:rect l="l" t="t" r="r" b="b"/>
              <a:pathLst>
                <a:path w="793163" h="561975">
                  <a:moveTo>
                    <a:pt x="0" y="561975"/>
                  </a:moveTo>
                  <a:lnTo>
                    <a:pt x="0" y="0"/>
                  </a:lnTo>
                  <a:lnTo>
                    <a:pt x="793163" y="0"/>
                  </a:lnTo>
                  <a:lnTo>
                    <a:pt x="793163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2149218" y="6114288"/>
              <a:ext cx="921093" cy="762000"/>
            </a:xfrm>
            <a:custGeom>
              <a:avLst/>
              <a:gdLst/>
              <a:ahLst/>
              <a:cxnLst/>
              <a:rect l="l" t="t" r="r" b="b"/>
              <a:pathLst>
                <a:path w="921093" h="762000">
                  <a:moveTo>
                    <a:pt x="0" y="762000"/>
                  </a:moveTo>
                  <a:lnTo>
                    <a:pt x="0" y="47625"/>
                  </a:lnTo>
                  <a:lnTo>
                    <a:pt x="127930" y="0"/>
                  </a:lnTo>
                  <a:lnTo>
                    <a:pt x="793164" y="0"/>
                  </a:lnTo>
                  <a:lnTo>
                    <a:pt x="921093" y="47625"/>
                  </a:lnTo>
                  <a:lnTo>
                    <a:pt x="921093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4656639" y="6833426"/>
              <a:ext cx="2200390" cy="42862"/>
            </a:xfrm>
            <a:custGeom>
              <a:avLst/>
              <a:gdLst/>
              <a:ahLst/>
              <a:cxnLst/>
              <a:rect l="l" t="t" r="r" b="b"/>
              <a:pathLst>
                <a:path w="2200390" h="42862">
                  <a:moveTo>
                    <a:pt x="0" y="42862"/>
                  </a:moveTo>
                  <a:lnTo>
                    <a:pt x="0" y="0"/>
                  </a:lnTo>
                  <a:lnTo>
                    <a:pt x="2200390" y="0"/>
                  </a:lnTo>
                  <a:lnTo>
                    <a:pt x="2200390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4835741" y="6790563"/>
              <a:ext cx="1842186" cy="85725"/>
            </a:xfrm>
            <a:custGeom>
              <a:avLst/>
              <a:gdLst/>
              <a:ahLst/>
              <a:cxnLst/>
              <a:rect l="l" t="t" r="r" b="b"/>
              <a:pathLst>
                <a:path w="1842186" h="85725">
                  <a:moveTo>
                    <a:pt x="0" y="85725"/>
                  </a:moveTo>
                  <a:lnTo>
                    <a:pt x="0" y="0"/>
                  </a:lnTo>
                  <a:lnTo>
                    <a:pt x="1842186" y="0"/>
                  </a:lnTo>
                  <a:lnTo>
                    <a:pt x="1842186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4989256" y="6476238"/>
              <a:ext cx="140723" cy="314325"/>
            </a:xfrm>
            <a:custGeom>
              <a:avLst/>
              <a:gdLst/>
              <a:ahLst/>
              <a:cxnLst/>
              <a:rect l="l" t="t" r="r" b="b"/>
              <a:pathLst>
                <a:path w="140723" h="314325">
                  <a:moveTo>
                    <a:pt x="0" y="314325"/>
                  </a:moveTo>
                  <a:lnTo>
                    <a:pt x="0" y="0"/>
                  </a:lnTo>
                  <a:lnTo>
                    <a:pt x="140723" y="0"/>
                  </a:lnTo>
                  <a:lnTo>
                    <a:pt x="140723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5245115" y="6361938"/>
              <a:ext cx="153516" cy="428625"/>
            </a:xfrm>
            <a:custGeom>
              <a:avLst/>
              <a:gdLst/>
              <a:ahLst/>
              <a:cxnLst/>
              <a:rect l="l" t="t" r="r" b="b"/>
              <a:pathLst>
                <a:path w="153516" h="428625">
                  <a:moveTo>
                    <a:pt x="0" y="428625"/>
                  </a:moveTo>
                  <a:lnTo>
                    <a:pt x="0" y="0"/>
                  </a:lnTo>
                  <a:lnTo>
                    <a:pt x="153516" y="0"/>
                  </a:lnTo>
                  <a:lnTo>
                    <a:pt x="15351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115037" y="6361938"/>
              <a:ext cx="153516" cy="428625"/>
            </a:xfrm>
            <a:custGeom>
              <a:avLst/>
              <a:gdLst/>
              <a:ahLst/>
              <a:cxnLst/>
              <a:rect l="l" t="t" r="r" b="b"/>
              <a:pathLst>
                <a:path w="153516" h="428625">
                  <a:moveTo>
                    <a:pt x="0" y="428625"/>
                  </a:moveTo>
                  <a:lnTo>
                    <a:pt x="0" y="0"/>
                  </a:lnTo>
                  <a:lnTo>
                    <a:pt x="153516" y="0"/>
                  </a:lnTo>
                  <a:lnTo>
                    <a:pt x="15351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6383689" y="6476238"/>
              <a:ext cx="140723" cy="314325"/>
            </a:xfrm>
            <a:custGeom>
              <a:avLst/>
              <a:gdLst/>
              <a:ahLst/>
              <a:cxnLst/>
              <a:rect l="l" t="t" r="r" b="b"/>
              <a:pathLst>
                <a:path w="140723" h="314325">
                  <a:moveTo>
                    <a:pt x="0" y="314325"/>
                  </a:moveTo>
                  <a:lnTo>
                    <a:pt x="0" y="0"/>
                  </a:lnTo>
                  <a:lnTo>
                    <a:pt x="140723" y="0"/>
                  </a:lnTo>
                  <a:lnTo>
                    <a:pt x="140723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5552147" y="6247638"/>
              <a:ext cx="76757" cy="542925"/>
            </a:xfrm>
            <a:custGeom>
              <a:avLst/>
              <a:gdLst/>
              <a:ahLst/>
              <a:cxnLst/>
              <a:rect l="l" t="t" r="r" b="b"/>
              <a:pathLst>
                <a:path w="76757" h="542925">
                  <a:moveTo>
                    <a:pt x="0" y="542925"/>
                  </a:moveTo>
                  <a:lnTo>
                    <a:pt x="0" y="0"/>
                  </a:lnTo>
                  <a:lnTo>
                    <a:pt x="76757" y="0"/>
                  </a:lnTo>
                  <a:lnTo>
                    <a:pt x="7675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5884764" y="6247638"/>
              <a:ext cx="76757" cy="542925"/>
            </a:xfrm>
            <a:custGeom>
              <a:avLst/>
              <a:gdLst/>
              <a:ahLst/>
              <a:cxnLst/>
              <a:rect l="l" t="t" r="r" b="b"/>
              <a:pathLst>
                <a:path w="76757" h="542925">
                  <a:moveTo>
                    <a:pt x="0" y="542925"/>
                  </a:moveTo>
                  <a:lnTo>
                    <a:pt x="0" y="0"/>
                  </a:lnTo>
                  <a:lnTo>
                    <a:pt x="76757" y="0"/>
                  </a:lnTo>
                  <a:lnTo>
                    <a:pt x="7675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5552147" y="6614350"/>
              <a:ext cx="409374" cy="14288"/>
            </a:xfrm>
            <a:custGeom>
              <a:avLst/>
              <a:gdLst/>
              <a:ahLst/>
              <a:cxnLst/>
              <a:rect l="l" t="t" r="r" b="b"/>
              <a:pathLst>
                <a:path w="409374" h="14288">
                  <a:moveTo>
                    <a:pt x="0" y="14288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5552147" y="6471476"/>
              <a:ext cx="409374" cy="14287"/>
            </a:xfrm>
            <a:custGeom>
              <a:avLst/>
              <a:gdLst/>
              <a:ahLst/>
              <a:cxnLst/>
              <a:rect l="l" t="t" r="r" b="b"/>
              <a:pathLst>
                <a:path w="409374" h="14287">
                  <a:moveTo>
                    <a:pt x="0" y="14287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5552147" y="6328600"/>
              <a:ext cx="409374" cy="14288"/>
            </a:xfrm>
            <a:custGeom>
              <a:avLst/>
              <a:gdLst/>
              <a:ahLst/>
              <a:cxnLst/>
              <a:rect l="l" t="t" r="r" b="b"/>
              <a:pathLst>
                <a:path w="409374" h="14288">
                  <a:moveTo>
                    <a:pt x="0" y="14288"/>
                  </a:moveTo>
                  <a:lnTo>
                    <a:pt x="0" y="0"/>
                  </a:lnTo>
                  <a:lnTo>
                    <a:pt x="409374" y="0"/>
                  </a:lnTo>
                  <a:lnTo>
                    <a:pt x="409374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5398631" y="6085713"/>
              <a:ext cx="562890" cy="180975"/>
            </a:xfrm>
            <a:custGeom>
              <a:avLst/>
              <a:gdLst/>
              <a:ahLst/>
              <a:cxnLst/>
              <a:rect l="l" t="t" r="r" b="b"/>
              <a:pathLst>
                <a:path w="562890" h="180975">
                  <a:moveTo>
                    <a:pt x="153516" y="180975"/>
                  </a:moveTo>
                  <a:lnTo>
                    <a:pt x="562890" y="180975"/>
                  </a:lnTo>
                  <a:lnTo>
                    <a:pt x="434961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383789" y="28575"/>
                  </a:lnTo>
                  <a:lnTo>
                    <a:pt x="486133" y="152400"/>
                  </a:lnTo>
                  <a:lnTo>
                    <a:pt x="15351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6857029" y="6742938"/>
              <a:ext cx="434961" cy="133350"/>
            </a:xfrm>
            <a:custGeom>
              <a:avLst/>
              <a:gdLst/>
              <a:ahLst/>
              <a:cxnLst/>
              <a:rect l="l" t="t" r="r" b="b"/>
              <a:pathLst>
                <a:path w="434961" h="133350">
                  <a:moveTo>
                    <a:pt x="0" y="133350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7036130" y="6523863"/>
              <a:ext cx="204688" cy="352425"/>
            </a:xfrm>
            <a:custGeom>
              <a:avLst/>
              <a:gdLst/>
              <a:ahLst/>
              <a:cxnLst/>
              <a:rect l="l" t="t" r="r" b="b"/>
              <a:pathLst>
                <a:path w="204688" h="352425">
                  <a:moveTo>
                    <a:pt x="0" y="352425"/>
                  </a:moveTo>
                  <a:lnTo>
                    <a:pt x="0" y="0"/>
                  </a:lnTo>
                  <a:lnTo>
                    <a:pt x="204688" y="0"/>
                  </a:lnTo>
                  <a:lnTo>
                    <a:pt x="204688" y="3524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8699216" y="6666738"/>
              <a:ext cx="204687" cy="209550"/>
            </a:xfrm>
            <a:custGeom>
              <a:avLst/>
              <a:gdLst/>
              <a:ahLst/>
              <a:cxnLst/>
              <a:rect l="l" t="t" r="r" b="b"/>
              <a:pathLst>
                <a:path w="204687" h="209550">
                  <a:moveTo>
                    <a:pt x="0" y="209550"/>
                  </a:moveTo>
                  <a:lnTo>
                    <a:pt x="0" y="0"/>
                  </a:lnTo>
                  <a:lnTo>
                    <a:pt x="204687" y="0"/>
                  </a:lnTo>
                  <a:lnTo>
                    <a:pt x="204687" y="209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7266404" y="6771513"/>
              <a:ext cx="1458398" cy="104775"/>
            </a:xfrm>
            <a:custGeom>
              <a:avLst/>
              <a:gdLst/>
              <a:ahLst/>
              <a:cxnLst/>
              <a:rect l="l" t="t" r="r" b="b"/>
              <a:pathLst>
                <a:path w="1458398" h="104775">
                  <a:moveTo>
                    <a:pt x="0" y="104775"/>
                  </a:moveTo>
                  <a:lnTo>
                    <a:pt x="0" y="0"/>
                  </a:lnTo>
                  <a:lnTo>
                    <a:pt x="1458398" y="0"/>
                  </a:lnTo>
                  <a:lnTo>
                    <a:pt x="1458398" y="1047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7419919" y="6380988"/>
              <a:ext cx="1151367" cy="390525"/>
            </a:xfrm>
            <a:custGeom>
              <a:avLst/>
              <a:gdLst/>
              <a:ahLst/>
              <a:cxnLst/>
              <a:rect l="l" t="t" r="r" b="b"/>
              <a:pathLst>
                <a:path w="1151367" h="390525">
                  <a:moveTo>
                    <a:pt x="0" y="390525"/>
                  </a:moveTo>
                  <a:lnTo>
                    <a:pt x="0" y="0"/>
                  </a:lnTo>
                  <a:lnTo>
                    <a:pt x="1151367" y="0"/>
                  </a:lnTo>
                  <a:lnTo>
                    <a:pt x="1151367" y="3905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355955" y="6342888"/>
              <a:ext cx="1279296" cy="38100"/>
            </a:xfrm>
            <a:custGeom>
              <a:avLst/>
              <a:gdLst/>
              <a:ahLst/>
              <a:cxnLst/>
              <a:rect l="l" t="t" r="r" b="b"/>
              <a:pathLst>
                <a:path w="1279296" h="38100">
                  <a:moveTo>
                    <a:pt x="0" y="38100"/>
                  </a:moveTo>
                  <a:lnTo>
                    <a:pt x="0" y="0"/>
                  </a:lnTo>
                  <a:lnTo>
                    <a:pt x="1279296" y="0"/>
                  </a:lnTo>
                  <a:lnTo>
                    <a:pt x="1279296" y="38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7976413" y="6285738"/>
              <a:ext cx="38379" cy="57150"/>
            </a:xfrm>
            <a:custGeom>
              <a:avLst/>
              <a:gdLst/>
              <a:ahLst/>
              <a:cxnLst/>
              <a:rect l="l" t="t" r="r" b="b"/>
              <a:pathLst>
                <a:path w="38379" h="57150">
                  <a:moveTo>
                    <a:pt x="0" y="57150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57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8929489" y="5857113"/>
              <a:ext cx="434961" cy="1019175"/>
            </a:xfrm>
            <a:custGeom>
              <a:avLst/>
              <a:gdLst/>
              <a:ahLst/>
              <a:cxnLst/>
              <a:rect l="l" t="t" r="r" b="b"/>
              <a:pathLst>
                <a:path w="434961" h="1019175">
                  <a:moveTo>
                    <a:pt x="0" y="1019175"/>
                  </a:moveTo>
                  <a:lnTo>
                    <a:pt x="0" y="0"/>
                  </a:lnTo>
                  <a:lnTo>
                    <a:pt x="434961" y="0"/>
                  </a:lnTo>
                  <a:lnTo>
                    <a:pt x="434961" y="10191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9127780" y="5695188"/>
              <a:ext cx="38379" cy="161925"/>
            </a:xfrm>
            <a:custGeom>
              <a:avLst/>
              <a:gdLst/>
              <a:ahLst/>
              <a:cxnLst/>
              <a:rect l="l" t="t" r="r" b="b"/>
              <a:pathLst>
                <a:path w="38379" h="161925">
                  <a:moveTo>
                    <a:pt x="0" y="161925"/>
                  </a:moveTo>
                  <a:lnTo>
                    <a:pt x="0" y="0"/>
                  </a:lnTo>
                  <a:lnTo>
                    <a:pt x="38379" y="0"/>
                  </a:lnTo>
                  <a:lnTo>
                    <a:pt x="38379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9441208" y="6076188"/>
              <a:ext cx="537304" cy="800100"/>
            </a:xfrm>
            <a:custGeom>
              <a:avLst/>
              <a:gdLst/>
              <a:ahLst/>
              <a:cxnLst/>
              <a:rect l="l" t="t" r="r" b="b"/>
              <a:pathLst>
                <a:path w="537304" h="800100">
                  <a:moveTo>
                    <a:pt x="0" y="800100"/>
                  </a:moveTo>
                  <a:lnTo>
                    <a:pt x="0" y="0"/>
                  </a:lnTo>
                  <a:lnTo>
                    <a:pt x="537304" y="0"/>
                  </a:lnTo>
                  <a:lnTo>
                    <a:pt x="537304" y="8001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9543552" y="5980938"/>
              <a:ext cx="332617" cy="895350"/>
            </a:xfrm>
            <a:custGeom>
              <a:avLst/>
              <a:gdLst/>
              <a:ahLst/>
              <a:cxnLst/>
              <a:rect l="l" t="t" r="r" b="b"/>
              <a:pathLst>
                <a:path w="332617" h="895350">
                  <a:moveTo>
                    <a:pt x="0" y="895350"/>
                  </a:moveTo>
                  <a:lnTo>
                    <a:pt x="0" y="0"/>
                  </a:lnTo>
                  <a:lnTo>
                    <a:pt x="332617" y="0"/>
                  </a:lnTo>
                  <a:lnTo>
                    <a:pt x="332617" y="895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0055270" y="5971413"/>
              <a:ext cx="358203" cy="904875"/>
            </a:xfrm>
            <a:custGeom>
              <a:avLst/>
              <a:gdLst/>
              <a:ahLst/>
              <a:cxnLst/>
              <a:rect l="l" t="t" r="r" b="b"/>
              <a:pathLst>
                <a:path w="358203" h="904875">
                  <a:moveTo>
                    <a:pt x="0" y="904875"/>
                  </a:moveTo>
                  <a:lnTo>
                    <a:pt x="0" y="95250"/>
                  </a:lnTo>
                  <a:lnTo>
                    <a:pt x="358203" y="0"/>
                  </a:lnTo>
                  <a:lnTo>
                    <a:pt x="358203" y="9048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10490231" y="6180963"/>
              <a:ext cx="562890" cy="695325"/>
            </a:xfrm>
            <a:custGeom>
              <a:avLst/>
              <a:gdLst/>
              <a:ahLst/>
              <a:cxnLst/>
              <a:rect l="l" t="t" r="r" b="b"/>
              <a:pathLst>
                <a:path w="562890" h="695325">
                  <a:moveTo>
                    <a:pt x="0" y="695325"/>
                  </a:moveTo>
                  <a:lnTo>
                    <a:pt x="0" y="0"/>
                  </a:lnTo>
                  <a:lnTo>
                    <a:pt x="562890" y="0"/>
                  </a:lnTo>
                  <a:lnTo>
                    <a:pt x="562890" y="695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11129879" y="5752338"/>
              <a:ext cx="537305" cy="1123950"/>
            </a:xfrm>
            <a:custGeom>
              <a:avLst/>
              <a:gdLst/>
              <a:ahLst/>
              <a:cxnLst/>
              <a:rect l="l" t="t" r="r" b="b"/>
              <a:pathLst>
                <a:path w="537305" h="1123950">
                  <a:moveTo>
                    <a:pt x="0" y="1123950"/>
                  </a:moveTo>
                  <a:lnTo>
                    <a:pt x="0" y="0"/>
                  </a:lnTo>
                  <a:lnTo>
                    <a:pt x="537305" y="0"/>
                  </a:lnTo>
                  <a:lnTo>
                    <a:pt x="537305" y="11239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11206637" y="5618988"/>
              <a:ext cx="383789" cy="133350"/>
            </a:xfrm>
            <a:custGeom>
              <a:avLst/>
              <a:gdLst/>
              <a:ahLst/>
              <a:cxnLst/>
              <a:rect l="l" t="t" r="r" b="b"/>
              <a:pathLst>
                <a:path w="383789" h="133350">
                  <a:moveTo>
                    <a:pt x="0" y="133350"/>
                  </a:moveTo>
                  <a:lnTo>
                    <a:pt x="0" y="66675"/>
                  </a:lnTo>
                  <a:lnTo>
                    <a:pt x="191894" y="0"/>
                  </a:lnTo>
                  <a:lnTo>
                    <a:pt x="383789" y="66675"/>
                  </a:lnTo>
                  <a:lnTo>
                    <a:pt x="383789" y="1333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11743941" y="6285738"/>
              <a:ext cx="447754" cy="590550"/>
            </a:xfrm>
            <a:custGeom>
              <a:avLst/>
              <a:gdLst/>
              <a:ahLst/>
              <a:cxnLst/>
              <a:rect l="l" t="t" r="r" b="b"/>
              <a:pathLst>
                <a:path w="447754" h="590550">
                  <a:moveTo>
                    <a:pt x="0" y="590550"/>
                  </a:moveTo>
                  <a:lnTo>
                    <a:pt x="0" y="0"/>
                  </a:lnTo>
                  <a:lnTo>
                    <a:pt x="447754" y="0"/>
                  </a:lnTo>
                  <a:lnTo>
                    <a:pt x="447754" y="5905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Label pill"/>
          <p:cNvSpPr/>
          <p:nvPr/>
        </p:nvSpPr>
        <p:spPr>
          <a:xfrm>
            <a:off x="457200" y="292608"/>
            <a:ext cx="206197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12 / 14  ·  Riktika</a:t>
            </a:r>
          </a:p>
        </p:txBody>
      </p:sp>
      <p:sp>
        <p:nvSpPr>
          <p:cNvPr id="61" name="Label pill"/>
          <p:cNvSpPr/>
          <p:nvPr/>
        </p:nvSpPr>
        <p:spPr>
          <a:xfrm>
            <a:off x="9238183" y="292608"/>
            <a:ext cx="249631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Home  ·  Dept API  ·  F2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749808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0" spc="-150">
                <a:solidFill>
                  <a:srgbClr val="101C2E"/>
                </a:solidFill>
                <a:latin typeface="Bricolage Grotesque ExtraBold"/>
              </a:rPr>
              <a:t>RIKTIKA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1719072"/>
            <a:ext cx="7498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C3E57"/>
                </a:solidFill>
                <a:latin typeface="Figtree"/>
              </a:rPr>
              <a:t>Project foundation, Home page, department and profile APIs</a:t>
            </a:r>
          </a:p>
        </p:txBody>
      </p:sp>
      <p:sp>
        <p:nvSpPr>
          <p:cNvPr id="65" name="Features I built panel"/>
          <p:cNvSpPr/>
          <p:nvPr/>
        </p:nvSpPr>
        <p:spPr>
          <a:xfrm>
            <a:off x="502920" y="2194560"/>
            <a:ext cx="7360920" cy="3611880"/>
          </a:xfrm>
          <a:prstGeom prst="roundRect">
            <a:avLst>
              <a:gd name="adj" fmla="val 5000"/>
            </a:avLst>
          </a:prstGeom>
          <a:solidFill>
            <a:srgbClr val="10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A9C8E8"/>
                </a:solidFill>
                <a:latin typeface="Figtree"/>
              </a:rPr>
              <a:t>FEATURES I BUILT</a:t>
            </a:r>
          </a:p>
        </p:txBody>
      </p:sp>
      <p:grpSp>
        <p:nvGrpSpPr>
          <p:cNvPr id="67" name="Building blocks"/>
          <p:cNvGrpSpPr/>
          <p:nvPr/>
        </p:nvGrpSpPr>
        <p:grpSpPr>
          <a:xfrm>
            <a:off x="6537960" y="1865376"/>
            <a:ext cx="996696" cy="768096"/>
            <a:chOff x="6537960" y="1865376"/>
            <a:chExt cx="996696" cy="768096"/>
          </a:xfrm>
        </p:grpSpPr>
        <p:sp>
          <p:nvSpPr>
            <p:cNvPr id="68" name="Rectangle 67"/>
            <p:cNvSpPr/>
            <p:nvPr/>
          </p:nvSpPr>
          <p:spPr>
            <a:xfrm>
              <a:off x="6537960" y="2377440"/>
              <a:ext cx="128016" cy="256032"/>
            </a:xfrm>
            <a:prstGeom prst="rect">
              <a:avLst/>
            </a:pr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Rectangle 68"/>
            <p:cNvSpPr/>
            <p:nvPr/>
          </p:nvSpPr>
          <p:spPr>
            <a:xfrm>
              <a:off x="6711696" y="2249424"/>
              <a:ext cx="128016" cy="384048"/>
            </a:xfrm>
            <a:prstGeom prst="rect">
              <a:avLst/>
            </a:pr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0" name="Rectangle 69"/>
            <p:cNvSpPr/>
            <p:nvPr/>
          </p:nvSpPr>
          <p:spPr>
            <a:xfrm>
              <a:off x="6885432" y="1993392"/>
              <a:ext cx="128016" cy="640080"/>
            </a:xfrm>
            <a:prstGeom prst="rect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1" name="Rectangle 70"/>
            <p:cNvSpPr/>
            <p:nvPr/>
          </p:nvSpPr>
          <p:spPr>
            <a:xfrm>
              <a:off x="7059168" y="2121408"/>
              <a:ext cx="128016" cy="512064"/>
            </a:xfrm>
            <a:prstGeom prst="rect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2" name="Rectangle 71"/>
            <p:cNvSpPr/>
            <p:nvPr/>
          </p:nvSpPr>
          <p:spPr>
            <a:xfrm>
              <a:off x="7232904" y="1865376"/>
              <a:ext cx="128016" cy="768096"/>
            </a:xfrm>
            <a:prstGeom prst="rect">
              <a:avLst/>
            </a:pr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3" name="Rectangle 72"/>
            <p:cNvSpPr/>
            <p:nvPr/>
          </p:nvSpPr>
          <p:spPr>
            <a:xfrm>
              <a:off x="7406640" y="2249424"/>
              <a:ext cx="128016" cy="384048"/>
            </a:xfrm>
            <a:prstGeom prst="rect">
              <a:avLst/>
            </a:pr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74" name="Feature card: Project foundation"/>
          <p:cNvSpPr/>
          <p:nvPr/>
        </p:nvSpPr>
        <p:spPr>
          <a:xfrm>
            <a:off x="777240" y="272491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923544" y="28803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216152" y="281635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Project foundation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3544" y="312724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Vite, Tailwind, router · Button, StatusPill, /styleguide</a:t>
            </a:r>
          </a:p>
        </p:txBody>
      </p:sp>
      <p:sp>
        <p:nvSpPr>
          <p:cNvPr id="78" name="Feature card: Home page"/>
          <p:cNvSpPr/>
          <p:nvPr/>
        </p:nvSpPr>
        <p:spPr>
          <a:xfrm>
            <a:off x="4251960" y="272491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4398264" y="28803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90872" y="281635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Home page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98264" y="312724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HeroSlider, StatsRow, HowItWorks, FixedThisWeek</a:t>
            </a:r>
          </a:p>
        </p:txBody>
      </p:sp>
      <p:sp>
        <p:nvSpPr>
          <p:cNvPr id="82" name="Feature card: Backend foundation"/>
          <p:cNvSpPr/>
          <p:nvPr/>
        </p:nvSpPr>
        <p:spPr>
          <a:xfrm>
            <a:off x="777240" y="373075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923544" y="38862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B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216152" y="38221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Backend foundation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3544" y="41330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app.js, routes.js · authenticate, authorize, JWT</a:t>
            </a:r>
          </a:p>
        </p:txBody>
      </p:sp>
      <p:sp>
        <p:nvSpPr>
          <p:cNvPr id="86" name="Feature card: Department API"/>
          <p:cNvSpPr/>
          <p:nvPr/>
        </p:nvSpPr>
        <p:spPr>
          <a:xfrm>
            <a:off x="4251960" y="373075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4398264" y="38862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9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4690872" y="382219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Department API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98264" y="413308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/department/issues · start work · submit fix</a:t>
            </a:r>
          </a:p>
        </p:txBody>
      </p:sp>
      <p:sp>
        <p:nvSpPr>
          <p:cNvPr id="90" name="Feature card: Citizen profile API"/>
          <p:cNvSpPr/>
          <p:nvPr/>
        </p:nvSpPr>
        <p:spPr>
          <a:xfrm>
            <a:off x="777240" y="473659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923544" y="4892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44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1216152" y="48280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Citizen profile API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3544" y="51389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/citizen/profile · phone code · identity submit</a:t>
            </a:r>
          </a:p>
        </p:txBody>
      </p:sp>
      <p:sp>
        <p:nvSpPr>
          <p:cNvPr id="94" name="Feature card: F2 duplicate check"/>
          <p:cNvSpPr/>
          <p:nvPr/>
        </p:nvSpPr>
        <p:spPr>
          <a:xfrm>
            <a:off x="4251960" y="4736592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4398264" y="4892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C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690872" y="4828032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C2E"/>
                </a:solidFill>
                <a:latin typeface="Figtree"/>
              </a:rPr>
              <a:t>F2 duplicate check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98264" y="513892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3E6990"/>
                </a:solidFill>
                <a:latin typeface="Figtree"/>
              </a:rPr>
              <a:t>DuplicatePanel · /reports/duplicates · CLIP</a:t>
            </a:r>
          </a:p>
        </p:txBody>
      </p:sp>
      <p:grpSp>
        <p:nvGrpSpPr>
          <p:cNvPr id="98" name="Screenshot placeholder (browser): Home page hero slider"/>
          <p:cNvGrpSpPr/>
          <p:nvPr/>
        </p:nvGrpSpPr>
        <p:grpSpPr>
          <a:xfrm>
            <a:off x="8092440" y="2194560"/>
            <a:ext cx="2011680" cy="3611880"/>
            <a:chOff x="8092440" y="2194560"/>
            <a:chExt cx="2011680" cy="3611880"/>
          </a:xfrm>
        </p:grpSpPr>
        <p:sp>
          <p:nvSpPr>
            <p:cNvPr id="99" name="Rounded Rectangle 98"/>
            <p:cNvSpPr/>
            <p:nvPr/>
          </p:nvSpPr>
          <p:spPr>
            <a:xfrm>
              <a:off x="8092440" y="2194560"/>
              <a:ext cx="2011680" cy="36118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100" name="Connector 99"/>
            <p:cNvCxnSpPr/>
            <p:nvPr/>
          </p:nvCxnSpPr>
          <p:spPr>
            <a:xfrm>
              <a:off x="8110728" y="2578608"/>
              <a:ext cx="1975104" cy="0"/>
            </a:xfrm>
            <a:prstGeom prst="line">
              <a:avLst/>
            </a:prstGeom>
            <a:ln w="12700">
              <a:solidFill>
                <a:srgbClr val="CBDA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/>
            <p:cNvSpPr/>
            <p:nvPr/>
          </p:nvSpPr>
          <p:spPr>
            <a:xfrm>
              <a:off x="8257032" y="2331720"/>
              <a:ext cx="109728" cy="109728"/>
            </a:xfrm>
            <a:prstGeom prst="ellipse">
              <a:avLst/>
            </a:pr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2" name="Oval 101"/>
            <p:cNvSpPr/>
            <p:nvPr/>
          </p:nvSpPr>
          <p:spPr>
            <a:xfrm>
              <a:off x="8439912" y="2331720"/>
              <a:ext cx="109728" cy="109728"/>
            </a:xfrm>
            <a:prstGeom prst="ellipse">
              <a:avLst/>
            </a:prstGeom>
            <a:solidFill>
              <a:srgbClr val="E8B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3" name="Oval 102"/>
            <p:cNvSpPr/>
            <p:nvPr/>
          </p:nvSpPr>
          <p:spPr>
            <a:xfrm>
              <a:off x="8622792" y="2331720"/>
              <a:ext cx="109728" cy="109728"/>
            </a:xfrm>
            <a:prstGeom prst="ellipse">
              <a:avLst/>
            </a:prstGeom>
            <a:solidFill>
              <a:srgbClr val="4FC0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4" name="Rounded Rectangle 103"/>
            <p:cNvSpPr/>
            <p:nvPr/>
          </p:nvSpPr>
          <p:spPr>
            <a:xfrm>
              <a:off x="8869680" y="2267712"/>
              <a:ext cx="1051560" cy="246888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36576" bIns="36576"/>
            <a:lstStyle/>
            <a:p>
              <a:pPr algn="l"/>
              <a:r>
                <a:rPr sz="1400" b="0">
                  <a:solidFill>
                    <a:srgbClr val="556A85"/>
                  </a:solidFill>
                  <a:latin typeface="Figtree"/>
                </a:rPr>
                <a:t>/</a:t>
              </a:r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8897112" y="3689604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6" name="TextBox 105"/>
            <p:cNvSpPr txBox="1"/>
            <p:nvPr/>
          </p:nvSpPr>
          <p:spPr>
            <a:xfrm>
              <a:off x="8321040" y="4101084"/>
              <a:ext cx="1554480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Home page hero slider</a:t>
              </a:r>
            </a:p>
          </p:txBody>
        </p:sp>
      </p:grpSp>
      <p:grpSp>
        <p:nvGrpSpPr>
          <p:cNvPr id="107" name="Screenshot placeholder (phone): DuplicatePanel on /report"/>
          <p:cNvGrpSpPr/>
          <p:nvPr/>
        </p:nvGrpSpPr>
        <p:grpSpPr>
          <a:xfrm>
            <a:off x="10241280" y="2194560"/>
            <a:ext cx="1463040" cy="3611880"/>
            <a:chOff x="10241280" y="2194560"/>
            <a:chExt cx="1463040" cy="3611880"/>
          </a:xfrm>
        </p:grpSpPr>
        <p:sp>
          <p:nvSpPr>
            <p:cNvPr id="108" name="Rounded Rectangle 107"/>
            <p:cNvSpPr/>
            <p:nvPr/>
          </p:nvSpPr>
          <p:spPr>
            <a:xfrm>
              <a:off x="10241280" y="2194560"/>
              <a:ext cx="1463040" cy="361188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3E699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9" name="Rounded Rectangle 108"/>
            <p:cNvSpPr/>
            <p:nvPr/>
          </p:nvSpPr>
          <p:spPr>
            <a:xfrm>
              <a:off x="10652760" y="2322576"/>
              <a:ext cx="640080" cy="109728"/>
            </a:xfrm>
            <a:prstGeom prst="roundRect">
              <a:avLst>
                <a:gd name="adj" fmla="val 50000"/>
              </a:avLst>
            </a:prstGeom>
            <a:solidFill>
              <a:srgbClr val="CBD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0" name="Rounded Rectangle 109"/>
            <p:cNvSpPr/>
            <p:nvPr/>
          </p:nvSpPr>
          <p:spPr>
            <a:xfrm>
              <a:off x="10771632" y="3433572"/>
              <a:ext cx="402336" cy="310896"/>
            </a:xfrm>
            <a:prstGeom prst="roundRect">
              <a:avLst>
                <a:gd name="adj" fmla="val 15000"/>
              </a:avLst>
            </a:prstGeom>
            <a:noFill/>
            <a:ln w="19050">
              <a:solidFill>
                <a:srgbClr val="A9C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1" name="TextBox 110"/>
            <p:cNvSpPr txBox="1"/>
            <p:nvPr/>
          </p:nvSpPr>
          <p:spPr>
            <a:xfrm>
              <a:off x="10378440" y="3863340"/>
              <a:ext cx="1188720" cy="10972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3E6990"/>
                  </a:solidFill>
                  <a:latin typeface="Figtree"/>
                </a:rPr>
                <a:t>Screenshot: </a:t>
              </a:r>
              <a:r>
                <a:rPr sz="1400" b="0">
                  <a:solidFill>
                    <a:srgbClr val="2C3E57"/>
                  </a:solidFill>
                  <a:latin typeface="Figtree"/>
                </a:rPr>
                <a:t>DuplicatePanel on /report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135463" y="6309550"/>
              <a:ext cx="704409" cy="566738"/>
            </a:xfrm>
            <a:custGeom>
              <a:avLst/>
              <a:gdLst/>
              <a:ahLst/>
              <a:cxnLst/>
              <a:rect l="l" t="t" r="r" b="b"/>
              <a:pathLst>
                <a:path w="704409" h="566738">
                  <a:moveTo>
                    <a:pt x="0" y="56673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667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124345" y="6261926"/>
              <a:ext cx="406390" cy="614362"/>
            </a:xfrm>
            <a:custGeom>
              <a:avLst/>
              <a:gdLst/>
              <a:ahLst/>
              <a:cxnLst/>
              <a:rect l="l" t="t" r="r" b="b"/>
              <a:pathLst>
                <a:path w="406390" h="614362">
                  <a:moveTo>
                    <a:pt x="0" y="614362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6143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205623" y="6200013"/>
              <a:ext cx="243834" cy="676275"/>
            </a:xfrm>
            <a:custGeom>
              <a:avLst/>
              <a:gdLst/>
              <a:ahLst/>
              <a:cxnLst/>
              <a:rect l="l" t="t" r="r" b="b"/>
              <a:pathLst>
                <a:path w="243834" h="676275">
                  <a:moveTo>
                    <a:pt x="0" y="676275"/>
                  </a:moveTo>
                  <a:lnTo>
                    <a:pt x="0" y="0"/>
                  </a:lnTo>
                  <a:lnTo>
                    <a:pt x="243834" y="0"/>
                  </a:lnTo>
                  <a:lnTo>
                    <a:pt x="243834" y="676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1869393" y="6414326"/>
              <a:ext cx="419936" cy="461962"/>
            </a:xfrm>
            <a:custGeom>
              <a:avLst/>
              <a:gdLst/>
              <a:ahLst/>
              <a:cxnLst/>
              <a:rect l="l" t="t" r="r" b="b"/>
              <a:pathLst>
                <a:path w="419936" h="461962">
                  <a:moveTo>
                    <a:pt x="0" y="461962"/>
                  </a:moveTo>
                  <a:lnTo>
                    <a:pt x="0" y="0"/>
                  </a:lnTo>
                  <a:lnTo>
                    <a:pt x="419936" y="0"/>
                  </a:lnTo>
                  <a:lnTo>
                    <a:pt x="419936" y="4619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2478978" y="6395275"/>
              <a:ext cx="717955" cy="481013"/>
            </a:xfrm>
            <a:custGeom>
              <a:avLst/>
              <a:gdLst/>
              <a:ahLst/>
              <a:cxnLst/>
              <a:rect l="l" t="t" r="r" b="b"/>
              <a:pathLst>
                <a:path w="717955" h="481013">
                  <a:moveTo>
                    <a:pt x="0" y="481013"/>
                  </a:moveTo>
                  <a:lnTo>
                    <a:pt x="0" y="0"/>
                  </a:lnTo>
                  <a:lnTo>
                    <a:pt x="717955" y="0"/>
                  </a:lnTo>
                  <a:lnTo>
                    <a:pt x="717955" y="4810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622569" y="6276213"/>
              <a:ext cx="430773" cy="600075"/>
            </a:xfrm>
            <a:custGeom>
              <a:avLst/>
              <a:gdLst/>
              <a:ahLst/>
              <a:cxnLst/>
              <a:rect l="l" t="t" r="r" b="b"/>
              <a:pathLst>
                <a:path w="430773" h="600075">
                  <a:moveTo>
                    <a:pt x="0" y="600075"/>
                  </a:moveTo>
                  <a:lnTo>
                    <a:pt x="0" y="0"/>
                  </a:lnTo>
                  <a:lnTo>
                    <a:pt x="430773" y="0"/>
                  </a:lnTo>
                  <a:lnTo>
                    <a:pt x="430773" y="600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3359489" y="6271450"/>
              <a:ext cx="474122" cy="604838"/>
            </a:xfrm>
            <a:custGeom>
              <a:avLst/>
              <a:gdLst/>
              <a:ahLst/>
              <a:cxnLst/>
              <a:rect l="l" t="t" r="r" b="b"/>
              <a:pathLst>
                <a:path w="474122" h="604838">
                  <a:moveTo>
                    <a:pt x="0" y="604838"/>
                  </a:moveTo>
                  <a:lnTo>
                    <a:pt x="0" y="0"/>
                  </a:lnTo>
                  <a:lnTo>
                    <a:pt x="474122" y="0"/>
                  </a:lnTo>
                  <a:lnTo>
                    <a:pt x="474122" y="6048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3454314" y="6185726"/>
              <a:ext cx="284473" cy="690562"/>
            </a:xfrm>
            <a:custGeom>
              <a:avLst/>
              <a:gdLst/>
              <a:ahLst/>
              <a:cxnLst/>
              <a:rect l="l" t="t" r="r" b="b"/>
              <a:pathLst>
                <a:path w="284473" h="690562">
                  <a:moveTo>
                    <a:pt x="0" y="690562"/>
                  </a:moveTo>
                  <a:lnTo>
                    <a:pt x="0" y="0"/>
                  </a:lnTo>
                  <a:lnTo>
                    <a:pt x="284473" y="0"/>
                  </a:lnTo>
                  <a:lnTo>
                    <a:pt x="284473" y="6905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4023259" y="6280975"/>
              <a:ext cx="758595" cy="595313"/>
            </a:xfrm>
            <a:custGeom>
              <a:avLst/>
              <a:gdLst/>
              <a:ahLst/>
              <a:cxnLst/>
              <a:rect l="l" t="t" r="r" b="b"/>
              <a:pathLst>
                <a:path w="758595" h="595313">
                  <a:moveTo>
                    <a:pt x="0" y="595313"/>
                  </a:moveTo>
                  <a:lnTo>
                    <a:pt x="0" y="0"/>
                  </a:lnTo>
                  <a:lnTo>
                    <a:pt x="758595" y="0"/>
                  </a:lnTo>
                  <a:lnTo>
                    <a:pt x="758595" y="595313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025688" y="6290500"/>
              <a:ext cx="704409" cy="585788"/>
            </a:xfrm>
            <a:custGeom>
              <a:avLst/>
              <a:gdLst/>
              <a:ahLst/>
              <a:cxnLst/>
              <a:rect l="l" t="t" r="r" b="b"/>
              <a:pathLst>
                <a:path w="704409" h="585788">
                  <a:moveTo>
                    <a:pt x="0" y="585788"/>
                  </a:moveTo>
                  <a:lnTo>
                    <a:pt x="0" y="0"/>
                  </a:lnTo>
                  <a:lnTo>
                    <a:pt x="704409" y="0"/>
                  </a:lnTo>
                  <a:lnTo>
                    <a:pt x="704409" y="5857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6028116" y="6404800"/>
              <a:ext cx="812780" cy="471488"/>
            </a:xfrm>
            <a:custGeom>
              <a:avLst/>
              <a:gdLst/>
              <a:ahLst/>
              <a:cxnLst/>
              <a:rect l="l" t="t" r="r" b="b"/>
              <a:pathLst>
                <a:path w="812780" h="471488">
                  <a:moveTo>
                    <a:pt x="0" y="471488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4714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6190672" y="6333363"/>
              <a:ext cx="487668" cy="542925"/>
            </a:xfrm>
            <a:custGeom>
              <a:avLst/>
              <a:gdLst/>
              <a:ahLst/>
              <a:cxnLst/>
              <a:rect l="l" t="t" r="r" b="b"/>
              <a:pathLst>
                <a:path w="487668" h="542925">
                  <a:moveTo>
                    <a:pt x="0" y="542925"/>
                  </a:moveTo>
                  <a:lnTo>
                    <a:pt x="0" y="0"/>
                  </a:lnTo>
                  <a:lnTo>
                    <a:pt x="487668" y="0"/>
                  </a:lnTo>
                  <a:lnTo>
                    <a:pt x="48766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0159746" y="6319076"/>
              <a:ext cx="636677" cy="557212"/>
            </a:xfrm>
            <a:custGeom>
              <a:avLst/>
              <a:gdLst/>
              <a:ahLst/>
              <a:cxnLst/>
              <a:rect l="l" t="t" r="r" b="b"/>
              <a:pathLst>
                <a:path w="636677" h="557212">
                  <a:moveTo>
                    <a:pt x="0" y="557212"/>
                  </a:moveTo>
                  <a:lnTo>
                    <a:pt x="0" y="0"/>
                  </a:lnTo>
                  <a:lnTo>
                    <a:pt x="636677" y="0"/>
                  </a:lnTo>
                  <a:lnTo>
                    <a:pt x="636677" y="55721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0620321" y="6095238"/>
              <a:ext cx="1246262" cy="438150"/>
            </a:xfrm>
            <a:custGeom>
              <a:avLst/>
              <a:gdLst/>
              <a:ahLst/>
              <a:cxnLst/>
              <a:rect l="l" t="t" r="r" b="b"/>
              <a:pathLst>
                <a:path w="1246262" h="438150">
                  <a:moveTo>
                    <a:pt x="1246262" y="219075"/>
                  </a:moveTo>
                  <a:lnTo>
                    <a:pt x="1234289" y="176336"/>
                  </a:lnTo>
                  <a:lnTo>
                    <a:pt x="1198829" y="135239"/>
                  </a:lnTo>
                  <a:lnTo>
                    <a:pt x="1141246" y="97363"/>
                  </a:lnTo>
                  <a:lnTo>
                    <a:pt x="1063751" y="64166"/>
                  </a:lnTo>
                  <a:lnTo>
                    <a:pt x="969324" y="36921"/>
                  </a:lnTo>
                  <a:lnTo>
                    <a:pt x="861593" y="16676"/>
                  </a:lnTo>
                  <a:lnTo>
                    <a:pt x="744698" y="4209"/>
                  </a:lnTo>
                  <a:lnTo>
                    <a:pt x="623131" y="0"/>
                  </a:lnTo>
                  <a:lnTo>
                    <a:pt x="501564" y="4209"/>
                  </a:lnTo>
                  <a:lnTo>
                    <a:pt x="384669" y="16676"/>
                  </a:lnTo>
                  <a:lnTo>
                    <a:pt x="276938" y="36921"/>
                  </a:lnTo>
                  <a:lnTo>
                    <a:pt x="182511" y="64166"/>
                  </a:lnTo>
                  <a:lnTo>
                    <a:pt x="105017" y="97363"/>
                  </a:lnTo>
                  <a:lnTo>
                    <a:pt x="47433" y="135239"/>
                  </a:lnTo>
                  <a:lnTo>
                    <a:pt x="11973" y="176336"/>
                  </a:lnTo>
                  <a:lnTo>
                    <a:pt x="0" y="219075"/>
                  </a:lnTo>
                  <a:lnTo>
                    <a:pt x="11973" y="261814"/>
                  </a:lnTo>
                  <a:lnTo>
                    <a:pt x="47433" y="302911"/>
                  </a:lnTo>
                  <a:lnTo>
                    <a:pt x="105017" y="340787"/>
                  </a:lnTo>
                  <a:lnTo>
                    <a:pt x="182511" y="373984"/>
                  </a:lnTo>
                  <a:lnTo>
                    <a:pt x="276938" y="401229"/>
                  </a:lnTo>
                  <a:lnTo>
                    <a:pt x="384669" y="421474"/>
                  </a:lnTo>
                  <a:lnTo>
                    <a:pt x="501564" y="433941"/>
                  </a:lnTo>
                  <a:lnTo>
                    <a:pt x="623131" y="438150"/>
                  </a:lnTo>
                  <a:lnTo>
                    <a:pt x="744698" y="433941"/>
                  </a:lnTo>
                  <a:lnTo>
                    <a:pt x="861593" y="421474"/>
                  </a:lnTo>
                  <a:lnTo>
                    <a:pt x="969324" y="401229"/>
                  </a:lnTo>
                  <a:lnTo>
                    <a:pt x="1063751" y="373984"/>
                  </a:lnTo>
                  <a:lnTo>
                    <a:pt x="1141246" y="340787"/>
                  </a:lnTo>
                  <a:lnTo>
                    <a:pt x="1198829" y="302911"/>
                  </a:lnTo>
                  <a:lnTo>
                    <a:pt x="1234289" y="261814"/>
                  </a:lnTo>
                  <a:close/>
                </a:path>
              </a:pathLst>
            </a:custGeom>
            <a:solidFill>
              <a:srgbClr val="E4463D">
                <a:alpha val="1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406390" y="6628638"/>
              <a:ext cx="3657508" cy="247650"/>
            </a:xfrm>
            <a:custGeom>
              <a:avLst/>
              <a:gdLst/>
              <a:ahLst/>
              <a:cxnLst/>
              <a:rect l="l" t="t" r="r" b="b"/>
              <a:pathLst>
                <a:path w="3657508" h="247650">
                  <a:moveTo>
                    <a:pt x="0" y="247650"/>
                  </a:moveTo>
                  <a:lnTo>
                    <a:pt x="0" y="0"/>
                  </a:lnTo>
                  <a:lnTo>
                    <a:pt x="3657508" y="0"/>
                  </a:lnTo>
                  <a:lnTo>
                    <a:pt x="3657508" y="2476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541853" y="6600063"/>
              <a:ext cx="3386582" cy="276225"/>
            </a:xfrm>
            <a:custGeom>
              <a:avLst/>
              <a:gdLst/>
              <a:ahLst/>
              <a:cxnLst/>
              <a:rect l="l" t="t" r="r" b="b"/>
              <a:pathLst>
                <a:path w="3386582" h="276225">
                  <a:moveTo>
                    <a:pt x="0" y="276225"/>
                  </a:moveTo>
                  <a:lnTo>
                    <a:pt x="0" y="0"/>
                  </a:lnTo>
                  <a:lnTo>
                    <a:pt x="3386582" y="0"/>
                  </a:lnTo>
                  <a:lnTo>
                    <a:pt x="3386582" y="2762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788115" y="6466713"/>
              <a:ext cx="1029521" cy="409575"/>
            </a:xfrm>
            <a:custGeom>
              <a:avLst/>
              <a:gdLst/>
              <a:ahLst/>
              <a:cxnLst/>
              <a:rect l="l" t="t" r="r" b="b"/>
              <a:pathLst>
                <a:path w="1029521" h="409575">
                  <a:moveTo>
                    <a:pt x="0" y="409575"/>
                  </a:moveTo>
                  <a:lnTo>
                    <a:pt x="0" y="0"/>
                  </a:lnTo>
                  <a:lnTo>
                    <a:pt x="1029521" y="0"/>
                  </a:lnTo>
                  <a:lnTo>
                    <a:pt x="1029521" y="4095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2031949" y="6380988"/>
              <a:ext cx="541853" cy="495300"/>
            </a:xfrm>
            <a:custGeom>
              <a:avLst/>
              <a:gdLst/>
              <a:ahLst/>
              <a:cxnLst/>
              <a:rect l="l" t="t" r="r" b="b"/>
              <a:pathLst>
                <a:path w="541853" h="495300">
                  <a:moveTo>
                    <a:pt x="0" y="495300"/>
                  </a:moveTo>
                  <a:lnTo>
                    <a:pt x="0" y="0"/>
                  </a:lnTo>
                  <a:lnTo>
                    <a:pt x="541853" y="0"/>
                  </a:lnTo>
                  <a:lnTo>
                    <a:pt x="541853" y="495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2041161" y="6190488"/>
              <a:ext cx="523430" cy="190500"/>
            </a:xfrm>
            <a:custGeom>
              <a:avLst/>
              <a:gdLst/>
              <a:ahLst/>
              <a:cxnLst/>
              <a:rect l="l" t="t" r="r" b="b"/>
              <a:pathLst>
                <a:path w="523430" h="190500">
                  <a:moveTo>
                    <a:pt x="0" y="190500"/>
                  </a:moveTo>
                  <a:lnTo>
                    <a:pt x="164461" y="190500"/>
                  </a:lnTo>
                  <a:lnTo>
                    <a:pt x="110267" y="172783"/>
                  </a:lnTo>
                  <a:lnTo>
                    <a:pt x="70556" y="157440"/>
                  </a:lnTo>
                  <a:lnTo>
                    <a:pt x="45905" y="142880"/>
                  </a:lnTo>
                  <a:lnTo>
                    <a:pt x="35957" y="128807"/>
                  </a:lnTo>
                  <a:lnTo>
                    <a:pt x="39500" y="115086"/>
                  </a:lnTo>
                  <a:lnTo>
                    <a:pt x="54574" y="101638"/>
                  </a:lnTo>
                  <a:lnTo>
                    <a:pt x="78630" y="88414"/>
                  </a:lnTo>
                  <a:lnTo>
                    <a:pt x="108711" y="75377"/>
                  </a:lnTo>
                  <a:lnTo>
                    <a:pt x="141650" y="62504"/>
                  </a:lnTo>
                  <a:lnTo>
                    <a:pt x="174283" y="49772"/>
                  </a:lnTo>
                  <a:lnTo>
                    <a:pt x="203644" y="37168"/>
                  </a:lnTo>
                  <a:lnTo>
                    <a:pt x="227163" y="24678"/>
                  </a:lnTo>
                  <a:lnTo>
                    <a:pt x="242814" y="12291"/>
                  </a:lnTo>
                  <a:lnTo>
                    <a:pt x="249252" y="0"/>
                  </a:lnTo>
                  <a:lnTo>
                    <a:pt x="274177" y="0"/>
                  </a:lnTo>
                  <a:lnTo>
                    <a:pt x="280615" y="12291"/>
                  </a:lnTo>
                  <a:lnTo>
                    <a:pt x="296267" y="24678"/>
                  </a:lnTo>
                  <a:lnTo>
                    <a:pt x="319785" y="37168"/>
                  </a:lnTo>
                  <a:lnTo>
                    <a:pt x="349147" y="49772"/>
                  </a:lnTo>
                  <a:lnTo>
                    <a:pt x="381779" y="62504"/>
                  </a:lnTo>
                  <a:lnTo>
                    <a:pt x="414718" y="75377"/>
                  </a:lnTo>
                  <a:lnTo>
                    <a:pt x="444799" y="88414"/>
                  </a:lnTo>
                  <a:lnTo>
                    <a:pt x="468856" y="101638"/>
                  </a:lnTo>
                  <a:lnTo>
                    <a:pt x="483930" y="115086"/>
                  </a:lnTo>
                  <a:lnTo>
                    <a:pt x="487472" y="128807"/>
                  </a:lnTo>
                  <a:lnTo>
                    <a:pt x="477525" y="142880"/>
                  </a:lnTo>
                  <a:lnTo>
                    <a:pt x="452873" y="157440"/>
                  </a:lnTo>
                  <a:lnTo>
                    <a:pt x="413163" y="172783"/>
                  </a:lnTo>
                  <a:lnTo>
                    <a:pt x="358968" y="190500"/>
                  </a:lnTo>
                  <a:lnTo>
                    <a:pt x="523430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2282556" y="6133338"/>
              <a:ext cx="40639" cy="76200"/>
            </a:xfrm>
            <a:custGeom>
              <a:avLst/>
              <a:gdLst/>
              <a:ahLst/>
              <a:cxnLst/>
              <a:rect l="l" t="t" r="r" b="b"/>
              <a:pathLst>
                <a:path w="40639" h="76200">
                  <a:moveTo>
                    <a:pt x="0" y="762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762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598467" y="6781038"/>
              <a:ext cx="1408818" cy="95250"/>
            </a:xfrm>
            <a:custGeom>
              <a:avLst/>
              <a:gdLst/>
              <a:ahLst/>
              <a:cxnLst/>
              <a:rect l="l" t="t" r="r" b="b"/>
              <a:pathLst>
                <a:path w="1408818" h="95250">
                  <a:moveTo>
                    <a:pt x="0" y="95250"/>
                  </a:moveTo>
                  <a:lnTo>
                    <a:pt x="433482" y="0"/>
                  </a:lnTo>
                  <a:lnTo>
                    <a:pt x="975335" y="0"/>
                  </a:lnTo>
                  <a:lnTo>
                    <a:pt x="1408818" y="952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4063898" y="6714363"/>
              <a:ext cx="406390" cy="161925"/>
            </a:xfrm>
            <a:custGeom>
              <a:avLst/>
              <a:gdLst/>
              <a:ahLst/>
              <a:cxnLst/>
              <a:rect l="l" t="t" r="r" b="b"/>
              <a:pathLst>
                <a:path w="406390" h="161925">
                  <a:moveTo>
                    <a:pt x="0" y="161925"/>
                  </a:moveTo>
                  <a:lnTo>
                    <a:pt x="0" y="0"/>
                  </a:lnTo>
                  <a:lnTo>
                    <a:pt x="406390" y="0"/>
                  </a:lnTo>
                  <a:lnTo>
                    <a:pt x="406390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4470288" y="6581013"/>
              <a:ext cx="298019" cy="295275"/>
            </a:xfrm>
            <a:custGeom>
              <a:avLst/>
              <a:gdLst/>
              <a:ahLst/>
              <a:cxnLst/>
              <a:rect l="l" t="t" r="r" b="b"/>
              <a:pathLst>
                <a:path w="298019" h="295275">
                  <a:moveTo>
                    <a:pt x="0" y="295275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2952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4768307" y="6657213"/>
              <a:ext cx="514761" cy="219075"/>
            </a:xfrm>
            <a:custGeom>
              <a:avLst/>
              <a:gdLst/>
              <a:ahLst/>
              <a:cxnLst/>
              <a:rect l="l" t="t" r="r" b="b"/>
              <a:pathLst>
                <a:path w="514761" h="219075">
                  <a:moveTo>
                    <a:pt x="0" y="219075"/>
                  </a:moveTo>
                  <a:lnTo>
                    <a:pt x="0" y="0"/>
                  </a:lnTo>
                  <a:lnTo>
                    <a:pt x="514761" y="0"/>
                  </a:lnTo>
                  <a:lnTo>
                    <a:pt x="514761" y="2190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5283068" y="6304788"/>
              <a:ext cx="379297" cy="571500"/>
            </a:xfrm>
            <a:custGeom>
              <a:avLst/>
              <a:gdLst/>
              <a:ahLst/>
              <a:cxnLst/>
              <a:rect l="l" t="t" r="r" b="b"/>
              <a:pathLst>
                <a:path w="379297" h="571500">
                  <a:moveTo>
                    <a:pt x="0" y="571500"/>
                  </a:moveTo>
                  <a:lnTo>
                    <a:pt x="0" y="0"/>
                  </a:lnTo>
                  <a:lnTo>
                    <a:pt x="379297" y="0"/>
                  </a:lnTo>
                  <a:lnTo>
                    <a:pt x="379297" y="571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5337253" y="6228588"/>
              <a:ext cx="270927" cy="647700"/>
            </a:xfrm>
            <a:custGeom>
              <a:avLst/>
              <a:gdLst/>
              <a:ahLst/>
              <a:cxnLst/>
              <a:rect l="l" t="t" r="r" b="b"/>
              <a:pathLst>
                <a:path w="270927" h="647700">
                  <a:moveTo>
                    <a:pt x="0" y="647700"/>
                  </a:moveTo>
                  <a:lnTo>
                    <a:pt x="0" y="0"/>
                  </a:lnTo>
                  <a:lnTo>
                    <a:pt x="270927" y="0"/>
                  </a:lnTo>
                  <a:lnTo>
                    <a:pt x="270927" y="6477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5662365" y="6685788"/>
              <a:ext cx="298019" cy="190500"/>
            </a:xfrm>
            <a:custGeom>
              <a:avLst/>
              <a:gdLst/>
              <a:ahLst/>
              <a:cxnLst/>
              <a:rect l="l" t="t" r="r" b="b"/>
              <a:pathLst>
                <a:path w="298019" h="190500">
                  <a:moveTo>
                    <a:pt x="0" y="190500"/>
                  </a:moveTo>
                  <a:lnTo>
                    <a:pt x="0" y="0"/>
                  </a:lnTo>
                  <a:lnTo>
                    <a:pt x="298019" y="0"/>
                  </a:lnTo>
                  <a:lnTo>
                    <a:pt x="298019" y="1905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5452397" y="6114288"/>
              <a:ext cx="40639" cy="114300"/>
            </a:xfrm>
            <a:custGeom>
              <a:avLst/>
              <a:gdLst/>
              <a:ahLst/>
              <a:cxnLst/>
              <a:rect l="l" t="t" r="r" b="b"/>
              <a:pathLst>
                <a:path w="40639" h="114300">
                  <a:moveTo>
                    <a:pt x="0" y="114300"/>
                  </a:moveTo>
                  <a:lnTo>
                    <a:pt x="0" y="0"/>
                  </a:lnTo>
                  <a:lnTo>
                    <a:pt x="40639" y="0"/>
                  </a:lnTo>
                  <a:lnTo>
                    <a:pt x="40639" y="1143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5960384" y="6714363"/>
              <a:ext cx="3792972" cy="161925"/>
            </a:xfrm>
            <a:custGeom>
              <a:avLst/>
              <a:gdLst/>
              <a:ahLst/>
              <a:cxnLst/>
              <a:rect l="l" t="t" r="r" b="b"/>
              <a:pathLst>
                <a:path w="3792972" h="161925">
                  <a:moveTo>
                    <a:pt x="0" y="161925"/>
                  </a:moveTo>
                  <a:lnTo>
                    <a:pt x="0" y="0"/>
                  </a:lnTo>
                  <a:lnTo>
                    <a:pt x="3792972" y="0"/>
                  </a:lnTo>
                  <a:lnTo>
                    <a:pt x="3792972" y="161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122940" y="6438138"/>
              <a:ext cx="460575" cy="438150"/>
            </a:xfrm>
            <a:custGeom>
              <a:avLst/>
              <a:gdLst/>
              <a:ahLst/>
              <a:cxnLst/>
              <a:rect l="l" t="t" r="r" b="b"/>
              <a:pathLst>
                <a:path w="460575" h="438150">
                  <a:moveTo>
                    <a:pt x="0" y="438150"/>
                  </a:moveTo>
                  <a:lnTo>
                    <a:pt x="0" y="0"/>
                  </a:lnTo>
                  <a:lnTo>
                    <a:pt x="460575" y="0"/>
                  </a:lnTo>
                  <a:lnTo>
                    <a:pt x="460575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6122940" y="6404800"/>
              <a:ext cx="460575" cy="33338"/>
            </a:xfrm>
            <a:custGeom>
              <a:avLst/>
              <a:gdLst/>
              <a:ahLst/>
              <a:cxnLst/>
              <a:rect l="l" t="t" r="r" b="b"/>
              <a:pathLst>
                <a:path w="460575" h="33338">
                  <a:moveTo>
                    <a:pt x="0" y="33338"/>
                  </a:moveTo>
                  <a:lnTo>
                    <a:pt x="230288" y="0"/>
                  </a:lnTo>
                  <a:lnTo>
                    <a:pt x="460575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9265688" y="6438138"/>
              <a:ext cx="460576" cy="438150"/>
            </a:xfrm>
            <a:custGeom>
              <a:avLst/>
              <a:gdLst/>
              <a:ahLst/>
              <a:cxnLst/>
              <a:rect l="l" t="t" r="r" b="b"/>
              <a:pathLst>
                <a:path w="460576" h="438150">
                  <a:moveTo>
                    <a:pt x="0" y="438150"/>
                  </a:moveTo>
                  <a:lnTo>
                    <a:pt x="0" y="0"/>
                  </a:lnTo>
                  <a:lnTo>
                    <a:pt x="460576" y="0"/>
                  </a:lnTo>
                  <a:lnTo>
                    <a:pt x="460576" y="43815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9265688" y="6404800"/>
              <a:ext cx="460576" cy="33338"/>
            </a:xfrm>
            <a:custGeom>
              <a:avLst/>
              <a:gdLst/>
              <a:ahLst/>
              <a:cxnLst/>
              <a:rect l="l" t="t" r="r" b="b"/>
              <a:pathLst>
                <a:path w="460576" h="33338">
                  <a:moveTo>
                    <a:pt x="0" y="33338"/>
                  </a:moveTo>
                  <a:lnTo>
                    <a:pt x="230288" y="0"/>
                  </a:lnTo>
                  <a:lnTo>
                    <a:pt x="460576" y="3333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6664793" y="6314313"/>
              <a:ext cx="812780" cy="561975"/>
            </a:xfrm>
            <a:custGeom>
              <a:avLst/>
              <a:gdLst/>
              <a:ahLst/>
              <a:cxnLst/>
              <a:rect l="l" t="t" r="r" b="b"/>
              <a:pathLst>
                <a:path w="812780" h="561975">
                  <a:moveTo>
                    <a:pt x="0" y="561975"/>
                  </a:moveTo>
                  <a:lnTo>
                    <a:pt x="0" y="0"/>
                  </a:lnTo>
                  <a:lnTo>
                    <a:pt x="812780" y="0"/>
                  </a:lnTo>
                  <a:lnTo>
                    <a:pt x="812780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8344538" y="6314313"/>
              <a:ext cx="839872" cy="561975"/>
            </a:xfrm>
            <a:custGeom>
              <a:avLst/>
              <a:gdLst/>
              <a:ahLst/>
              <a:cxnLst/>
              <a:rect l="l" t="t" r="r" b="b"/>
              <a:pathLst>
                <a:path w="839872" h="561975">
                  <a:moveTo>
                    <a:pt x="0" y="561975"/>
                  </a:moveTo>
                  <a:lnTo>
                    <a:pt x="0" y="0"/>
                  </a:lnTo>
                  <a:lnTo>
                    <a:pt x="839872" y="0"/>
                  </a:lnTo>
                  <a:lnTo>
                    <a:pt x="839872" y="56197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7423388" y="6114288"/>
              <a:ext cx="975335" cy="762000"/>
            </a:xfrm>
            <a:custGeom>
              <a:avLst/>
              <a:gdLst/>
              <a:ahLst/>
              <a:cxnLst/>
              <a:rect l="l" t="t" r="r" b="b"/>
              <a:pathLst>
                <a:path w="975335" h="762000">
                  <a:moveTo>
                    <a:pt x="0" y="762000"/>
                  </a:moveTo>
                  <a:lnTo>
                    <a:pt x="0" y="47625"/>
                  </a:lnTo>
                  <a:lnTo>
                    <a:pt x="135463" y="0"/>
                  </a:lnTo>
                  <a:lnTo>
                    <a:pt x="839872" y="0"/>
                  </a:lnTo>
                  <a:lnTo>
                    <a:pt x="975335" y="47625"/>
                  </a:lnTo>
                  <a:lnTo>
                    <a:pt x="975335" y="7620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0078468" y="6833426"/>
              <a:ext cx="2329968" cy="42862"/>
            </a:xfrm>
            <a:custGeom>
              <a:avLst/>
              <a:gdLst/>
              <a:ahLst/>
              <a:cxnLst/>
              <a:rect l="l" t="t" r="r" b="b"/>
              <a:pathLst>
                <a:path w="2329968" h="42862">
                  <a:moveTo>
                    <a:pt x="0" y="42862"/>
                  </a:moveTo>
                  <a:lnTo>
                    <a:pt x="0" y="0"/>
                  </a:lnTo>
                  <a:lnTo>
                    <a:pt x="2329968" y="0"/>
                  </a:lnTo>
                  <a:lnTo>
                    <a:pt x="2329968" y="42862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10268117" y="6790563"/>
              <a:ext cx="1950671" cy="85725"/>
            </a:xfrm>
            <a:custGeom>
              <a:avLst/>
              <a:gdLst/>
              <a:ahLst/>
              <a:cxnLst/>
              <a:rect l="l" t="t" r="r" b="b"/>
              <a:pathLst>
                <a:path w="1950671" h="85725">
                  <a:moveTo>
                    <a:pt x="0" y="85725"/>
                  </a:moveTo>
                  <a:lnTo>
                    <a:pt x="0" y="0"/>
                  </a:lnTo>
                  <a:lnTo>
                    <a:pt x="1950671" y="0"/>
                  </a:lnTo>
                  <a:lnTo>
                    <a:pt x="1950671" y="857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10430673" y="6476238"/>
              <a:ext cx="149009" cy="314325"/>
            </a:xfrm>
            <a:custGeom>
              <a:avLst/>
              <a:gdLst/>
              <a:ahLst/>
              <a:cxnLst/>
              <a:rect l="l" t="t" r="r" b="b"/>
              <a:pathLst>
                <a:path w="149009" h="314325">
                  <a:moveTo>
                    <a:pt x="0" y="314325"/>
                  </a:moveTo>
                  <a:lnTo>
                    <a:pt x="0" y="0"/>
                  </a:lnTo>
                  <a:lnTo>
                    <a:pt x="149009" y="0"/>
                  </a:lnTo>
                  <a:lnTo>
                    <a:pt x="149009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0701599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1622749" y="6361938"/>
              <a:ext cx="162556" cy="428625"/>
            </a:xfrm>
            <a:custGeom>
              <a:avLst/>
              <a:gdLst/>
              <a:ahLst/>
              <a:cxnLst/>
              <a:rect l="l" t="t" r="r" b="b"/>
              <a:pathLst>
                <a:path w="162556" h="428625">
                  <a:moveTo>
                    <a:pt x="0" y="428625"/>
                  </a:moveTo>
                  <a:lnTo>
                    <a:pt x="0" y="0"/>
                  </a:lnTo>
                  <a:lnTo>
                    <a:pt x="162556" y="0"/>
                  </a:lnTo>
                  <a:lnTo>
                    <a:pt x="162556" y="4286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1907222" y="6476238"/>
              <a:ext cx="149010" cy="314325"/>
            </a:xfrm>
            <a:custGeom>
              <a:avLst/>
              <a:gdLst/>
              <a:ahLst/>
              <a:cxnLst/>
              <a:rect l="l" t="t" r="r" b="b"/>
              <a:pathLst>
                <a:path w="149010" h="314325">
                  <a:moveTo>
                    <a:pt x="0" y="314325"/>
                  </a:moveTo>
                  <a:lnTo>
                    <a:pt x="0" y="0"/>
                  </a:lnTo>
                  <a:lnTo>
                    <a:pt x="149010" y="0"/>
                  </a:lnTo>
                  <a:lnTo>
                    <a:pt x="149010" y="3143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1026711" y="6247638"/>
              <a:ext cx="81278" cy="542925"/>
            </a:xfrm>
            <a:custGeom>
              <a:avLst/>
              <a:gdLst/>
              <a:ahLst/>
              <a:cxnLst/>
              <a:rect l="l" t="t" r="r" b="b"/>
              <a:pathLst>
                <a:path w="81278" h="542925">
                  <a:moveTo>
                    <a:pt x="0" y="542925"/>
                  </a:moveTo>
                  <a:lnTo>
                    <a:pt x="0" y="0"/>
                  </a:lnTo>
                  <a:lnTo>
                    <a:pt x="81278" y="0"/>
                  </a:lnTo>
                  <a:lnTo>
                    <a:pt x="81278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1378916" y="6247638"/>
              <a:ext cx="81277" cy="542925"/>
            </a:xfrm>
            <a:custGeom>
              <a:avLst/>
              <a:gdLst/>
              <a:ahLst/>
              <a:cxnLst/>
              <a:rect l="l" t="t" r="r" b="b"/>
              <a:pathLst>
                <a:path w="81277" h="542925">
                  <a:moveTo>
                    <a:pt x="0" y="542925"/>
                  </a:moveTo>
                  <a:lnTo>
                    <a:pt x="0" y="0"/>
                  </a:lnTo>
                  <a:lnTo>
                    <a:pt x="81277" y="0"/>
                  </a:lnTo>
                  <a:lnTo>
                    <a:pt x="81277" y="542925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11026711" y="6614350"/>
              <a:ext cx="433482" cy="14288"/>
            </a:xfrm>
            <a:custGeom>
              <a:avLst/>
              <a:gdLst/>
              <a:ahLst/>
              <a:cxnLst/>
              <a:rect l="l" t="t" r="r" b="b"/>
              <a:pathLst>
                <a:path w="433482" h="14288">
                  <a:moveTo>
                    <a:pt x="0" y="14288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11026711" y="6471476"/>
              <a:ext cx="433482" cy="14287"/>
            </a:xfrm>
            <a:custGeom>
              <a:avLst/>
              <a:gdLst/>
              <a:ahLst/>
              <a:cxnLst/>
              <a:rect l="l" t="t" r="r" b="b"/>
              <a:pathLst>
                <a:path w="433482" h="14287">
                  <a:moveTo>
                    <a:pt x="0" y="14287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7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11026711" y="6328600"/>
              <a:ext cx="433482" cy="14288"/>
            </a:xfrm>
            <a:custGeom>
              <a:avLst/>
              <a:gdLst/>
              <a:ahLst/>
              <a:cxnLst/>
              <a:rect l="l" t="t" r="r" b="b"/>
              <a:pathLst>
                <a:path w="433482" h="14288">
                  <a:moveTo>
                    <a:pt x="0" y="14288"/>
                  </a:moveTo>
                  <a:lnTo>
                    <a:pt x="0" y="0"/>
                  </a:lnTo>
                  <a:lnTo>
                    <a:pt x="433482" y="0"/>
                  </a:lnTo>
                  <a:lnTo>
                    <a:pt x="433482" y="14288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10864155" y="6085713"/>
              <a:ext cx="596038" cy="180975"/>
            </a:xfrm>
            <a:custGeom>
              <a:avLst/>
              <a:gdLst/>
              <a:ahLst/>
              <a:cxnLst/>
              <a:rect l="l" t="t" r="r" b="b"/>
              <a:pathLst>
                <a:path w="596038" h="180975">
                  <a:moveTo>
                    <a:pt x="162556" y="180975"/>
                  </a:moveTo>
                  <a:lnTo>
                    <a:pt x="596038" y="180975"/>
                  </a:lnTo>
                  <a:lnTo>
                    <a:pt x="460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406390" y="28575"/>
                  </a:lnTo>
                  <a:lnTo>
                    <a:pt x="514761" y="152400"/>
                  </a:lnTo>
                  <a:lnTo>
                    <a:pt x="162556" y="152400"/>
                  </a:lnTo>
                  <a:close/>
                </a:path>
              </a:pathLst>
            </a:custGeom>
            <a:solidFill>
              <a:srgbClr val="3E699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" name="Label pill"/>
          <p:cNvSpPr/>
          <p:nvPr/>
        </p:nvSpPr>
        <p:spPr>
          <a:xfrm>
            <a:off x="457200" y="292608"/>
            <a:ext cx="206197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13 / 14  ·  Riktika</a:t>
            </a:r>
          </a:p>
        </p:txBody>
      </p:sp>
      <p:sp>
        <p:nvSpPr>
          <p:cNvPr id="52" name="Label pill"/>
          <p:cNvSpPr/>
          <p:nvPr/>
        </p:nvSpPr>
        <p:spPr>
          <a:xfrm>
            <a:off x="10362895" y="292608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Flowchart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800" b="0" spc="-150">
                <a:solidFill>
                  <a:srgbClr val="101C2E"/>
                </a:solidFill>
                <a:latin typeface="Bricolage Grotesque ExtraBold"/>
              </a:rPr>
              <a:t>RIKTIKA · F2 DUPLICATE PHOTO CHECK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C3E57"/>
                </a:solidFill>
                <a:latin typeface="Figtree"/>
              </a:rPr>
              <a:t>Before a report is filed, its photo is compared with open reports nearby.</a:t>
            </a:r>
          </a:p>
        </p:txBody>
      </p:sp>
      <p:sp>
        <p:nvSpPr>
          <p:cNvPr id="56" name="Lane: React page"/>
          <p:cNvSpPr/>
          <p:nvPr/>
        </p:nvSpPr>
        <p:spPr>
          <a:xfrm>
            <a:off x="502920" y="178308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 rot="16200000">
            <a:off x="64008" y="22905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REACT PAGE</a:t>
            </a:r>
          </a:p>
        </p:txBody>
      </p:sp>
      <p:sp>
        <p:nvSpPr>
          <p:cNvPr id="58" name="Lane: Express API"/>
          <p:cNvSpPr/>
          <p:nvPr/>
        </p:nvSpPr>
        <p:spPr>
          <a:xfrm>
            <a:off x="502920" y="310896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 rot="16200000">
            <a:off x="64008" y="36164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EXPRESS API</a:t>
            </a:r>
          </a:p>
        </p:txBody>
      </p:sp>
      <p:sp>
        <p:nvSpPr>
          <p:cNvPr id="60" name="Lane: MongoDB"/>
          <p:cNvSpPr/>
          <p:nvPr/>
        </p:nvSpPr>
        <p:spPr>
          <a:xfrm>
            <a:off x="502920" y="4434840"/>
            <a:ext cx="11185855" cy="1271016"/>
          </a:xfrm>
          <a:prstGeom prst="roundRect">
            <a:avLst>
              <a:gd name="adj" fmla="val 6000"/>
            </a:avLst>
          </a:prstGeom>
          <a:solidFill>
            <a:srgbClr val="CBDAE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 rot="16200000">
            <a:off x="64008" y="49423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spc="100">
                <a:solidFill>
                  <a:srgbClr val="3E6990"/>
                </a:solidFill>
                <a:latin typeface="Figtree"/>
              </a:rPr>
              <a:t>MONGODB</a:t>
            </a:r>
          </a:p>
        </p:txBody>
      </p:sp>
      <p:sp>
        <p:nvSpPr>
          <p:cNvPr id="62" name="Step: Citizen adds a photo on /report"/>
          <p:cNvSpPr/>
          <p:nvPr/>
        </p:nvSpPr>
        <p:spPr>
          <a:xfrm>
            <a:off x="114300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10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E6EEF6"/>
                </a:solidFill>
                <a:latin typeface="Figtree"/>
              </a:rPr>
              <a:t>Citizen adds a</a:t>
            </a:r>
          </a:p>
          <a:p>
            <a:pPr algn="ctr"/>
            <a:r>
              <a:rPr sz="1400" b="0">
                <a:solidFill>
                  <a:srgbClr val="E6EEF6"/>
                </a:solidFill>
                <a:latin typeface="Figtree"/>
              </a:rPr>
              <a:t>photo on /report</a:t>
            </a:r>
          </a:p>
        </p:txBody>
      </p:sp>
      <p:sp>
        <p:nvSpPr>
          <p:cNvPr id="63" name="Step: DuplicatePanel checkDuplicates"/>
          <p:cNvSpPr/>
          <p:nvPr/>
        </p:nvSpPr>
        <p:spPr>
          <a:xfrm>
            <a:off x="292608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DuplicatePanel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checkDuplicates</a:t>
            </a:r>
          </a:p>
        </p:txBody>
      </p:sp>
      <p:sp>
        <p:nvSpPr>
          <p:cNvPr id="64" name="Step: POST /reports/ duplicates"/>
          <p:cNvSpPr/>
          <p:nvPr/>
        </p:nvSpPr>
        <p:spPr>
          <a:xfrm>
            <a:off x="470916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POST /reports/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duplicates</a:t>
            </a:r>
          </a:p>
        </p:txBody>
      </p:sp>
      <p:sp>
        <p:nvSpPr>
          <p:cNvPr id="65" name="Step: users citizen's division"/>
          <p:cNvSpPr/>
          <p:nvPr/>
        </p:nvSpPr>
        <p:spPr>
          <a:xfrm>
            <a:off x="470916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users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citizen's division</a:t>
            </a:r>
          </a:p>
        </p:txBody>
      </p:sp>
      <p:sp>
        <p:nvSpPr>
          <p:cNvPr id="66" name="Step: CLIP photo → embedding"/>
          <p:cNvSpPr/>
          <p:nvPr/>
        </p:nvSpPr>
        <p:spPr>
          <a:xfrm>
            <a:off x="649224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CLIP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photo → embedding</a:t>
            </a:r>
          </a:p>
        </p:txBody>
      </p:sp>
      <p:sp>
        <p:nvSpPr>
          <p:cNvPr id="67" name="Step: issues open, same division"/>
          <p:cNvSpPr/>
          <p:nvPr/>
        </p:nvSpPr>
        <p:spPr>
          <a:xfrm>
            <a:off x="8275320" y="4622292"/>
            <a:ext cx="1627632" cy="896112"/>
          </a:xfrm>
          <a:prstGeom prst="flowChartMagneticDisk">
            <a:avLst/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issues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open, same division</a:t>
            </a:r>
          </a:p>
        </p:txBody>
      </p:sp>
      <p:sp>
        <p:nvSpPr>
          <p:cNvPr id="68" name="Step: cosineSimilarity ≥ minSimilarity"/>
          <p:cNvSpPr/>
          <p:nvPr/>
        </p:nvSpPr>
        <p:spPr>
          <a:xfrm>
            <a:off x="10058400" y="329641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3E69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101C2E"/>
                </a:solidFill>
                <a:latin typeface="Figtree"/>
              </a:rPr>
              <a:t>cosineSimilarity</a:t>
            </a:r>
          </a:p>
          <a:p>
            <a:pPr algn="ctr"/>
            <a:r>
              <a:rPr sz="1400" b="0">
                <a:solidFill>
                  <a:srgbClr val="3E6990"/>
                </a:solidFill>
                <a:latin typeface="Figtree"/>
              </a:rPr>
              <a:t>≥ minSimilarity</a:t>
            </a:r>
          </a:p>
        </p:txBody>
      </p:sp>
      <p:sp>
        <p:nvSpPr>
          <p:cNvPr id="69" name="Step: Look-alikes shown with photos"/>
          <p:cNvSpPr/>
          <p:nvPr/>
        </p:nvSpPr>
        <p:spPr>
          <a:xfrm>
            <a:off x="10058400" y="1970532"/>
            <a:ext cx="1627632" cy="896112"/>
          </a:xfrm>
          <a:prstGeom prst="roundRect">
            <a:avLst>
              <a:gd name="adj" fmla="val 18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Figtree"/>
              </a:rPr>
              <a:t>Look-alikes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Figtree"/>
              </a:rPr>
              <a:t>shown with photos</a:t>
            </a:r>
          </a:p>
        </p:txBody>
      </p:sp>
      <p:cxnSp>
        <p:nvCxnSpPr>
          <p:cNvPr id="70" name="Connector 69"/>
          <p:cNvCxnSpPr>
            <a:stCxn id="62" idx="3"/>
            <a:endCxn id="63" idx="1"/>
          </p:cNvCxnSpPr>
          <p:nvPr/>
        </p:nvCxnSpPr>
        <p:spPr>
          <a:xfrm flipV="1">
            <a:off x="2770632" y="2418588"/>
            <a:ext cx="155448" cy="0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63" idx="3"/>
            <a:endCxn id="64" idx="1"/>
          </p:cNvCxnSpPr>
          <p:nvPr/>
        </p:nvCxnSpPr>
        <p:spPr>
          <a:xfrm>
            <a:off x="4553712" y="2418588"/>
            <a:ext cx="155448" cy="132588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64" idx="2"/>
            <a:endCxn id="65" idx="0"/>
          </p:cNvCxnSpPr>
          <p:nvPr/>
        </p:nvCxnSpPr>
        <p:spPr>
          <a:xfrm flipH="1">
            <a:off x="5522976" y="4192524"/>
            <a:ext cx="0" cy="429768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65" idx="3"/>
            <a:endCxn id="66" idx="1"/>
          </p:cNvCxnSpPr>
          <p:nvPr/>
        </p:nvCxnSpPr>
        <p:spPr>
          <a:xfrm flipV="1">
            <a:off x="6336792" y="3744468"/>
            <a:ext cx="155448" cy="132588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66" idx="3"/>
            <a:endCxn id="67" idx="1"/>
          </p:cNvCxnSpPr>
          <p:nvPr/>
        </p:nvCxnSpPr>
        <p:spPr>
          <a:xfrm>
            <a:off x="8119872" y="3744468"/>
            <a:ext cx="155448" cy="132588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67" idx="3"/>
            <a:endCxn id="68" idx="1"/>
          </p:cNvCxnSpPr>
          <p:nvPr/>
        </p:nvCxnSpPr>
        <p:spPr>
          <a:xfrm flipV="1">
            <a:off x="9902952" y="3744468"/>
            <a:ext cx="155448" cy="1325880"/>
          </a:xfrm>
          <a:prstGeom prst="bentConnector3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68" idx="0"/>
            <a:endCxn id="69" idx="2"/>
          </p:cNvCxnSpPr>
          <p:nvPr/>
        </p:nvCxnSpPr>
        <p:spPr>
          <a:xfrm flipH="1" flipV="1">
            <a:off x="10872216" y="2866644"/>
            <a:ext cx="0" cy="429768"/>
          </a:xfrm>
          <a:prstGeom prst="line">
            <a:avLst/>
          </a:prstGeom>
          <a:ln w="19050">
            <a:solidFill>
              <a:srgbClr val="2C3E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Note"/>
          <p:cNvSpPr/>
          <p:nvPr/>
        </p:nvSpPr>
        <p:spPr>
          <a:xfrm>
            <a:off x="6492240" y="1965960"/>
            <a:ext cx="3410712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A980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400" b="0">
                <a:solidFill>
                  <a:srgbClr val="2C3E57"/>
                </a:solidFill>
                <a:latin typeface="Figtree"/>
              </a:rPr>
              <a:t>No CLIP or no division: empty list, filing never blocked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 pill"/>
          <p:cNvSpPr/>
          <p:nvPr/>
        </p:nvSpPr>
        <p:spPr>
          <a:xfrm>
            <a:off x="457200" y="292608"/>
            <a:ext cx="232257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14 / 14  ·  Conclusion</a:t>
            </a:r>
          </a:p>
        </p:txBody>
      </p:sp>
      <p:sp>
        <p:nvSpPr>
          <p:cNvPr id="3" name="Label pill"/>
          <p:cNvSpPr/>
          <p:nvPr/>
        </p:nvSpPr>
        <p:spPr>
          <a:xfrm>
            <a:off x="10362895" y="292608"/>
            <a:ext cx="13716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01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400" b="0">
                <a:solidFill>
                  <a:srgbClr val="101C2E"/>
                </a:solidFill>
                <a:latin typeface="Figtree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347472"/>
            <a:ext cx="4144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spc="150">
                <a:solidFill>
                  <a:srgbClr val="556A85"/>
                </a:solidFill>
                <a:latin typeface="Figtree"/>
              </a:rPr>
              <a:t>BABYLON  ·  FOR BANGLADESH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0" spc="-150">
                <a:solidFill>
                  <a:srgbClr val="101C2E"/>
                </a:solidFill>
                <a:latin typeface="Bricolage Grotesque ExtraBold"/>
              </a:rPr>
              <a:t>WHAT WE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8444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B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8" y="20482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01C2E"/>
                </a:solidFill>
                <a:latin typeface="Bricolage Grotesque ExtraBold"/>
              </a:rPr>
              <a:t>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Citizen, department, admin panels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Report → fix → photo-verified close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English and Bangla, light and dark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42 backend + 15 frontend test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58444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544568" y="205740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3E6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74336" y="20482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01C2E"/>
                </a:solidFill>
                <a:latin typeface="Bricolage Grotesque ExtraBold"/>
              </a:rP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42032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Frontend + backend on Vercel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MongoDB Atlas, connect on demand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Gmail SMTP for email codes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AI keys stay on the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58444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311896" y="205740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E8B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41664" y="20482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01C2E"/>
                </a:solidFill>
                <a:latin typeface="Bricolage Grotesque ExtraBold"/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542032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Personal staff invites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Real SMS for phone codes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C3E57"/>
                </a:solidFill>
                <a:latin typeface="Figtree"/>
              </a:rPr>
              <a:t>•  Host with memory for CLIP at scale</a:t>
            </a:r>
          </a:p>
        </p:txBody>
      </p:sp>
      <p:grpSp>
        <p:nvGrpSpPr>
          <p:cNvPr id="18" name="Buriganga river band"/>
          <p:cNvGrpSpPr/>
          <p:nvPr/>
        </p:nvGrpSpPr>
        <p:grpSpPr>
          <a:xfrm>
            <a:off x="0" y="6656832"/>
            <a:ext cx="12191695" cy="201168"/>
            <a:chOff x="0" y="6656832"/>
            <a:chExt cx="12191695" cy="201168"/>
          </a:xfrm>
        </p:grpSpPr>
        <p:sp>
          <p:nvSpPr>
            <p:cNvPr id="19" name="Rectangle 18"/>
            <p:cNvSpPr/>
            <p:nvPr/>
          </p:nvSpPr>
          <p:spPr>
            <a:xfrm>
              <a:off x="0" y="6656832"/>
              <a:ext cx="12191695" cy="201168"/>
            </a:xfrm>
            <a:prstGeom prst="rect">
              <a:avLst/>
            </a:pr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20" name="Connector 19"/>
            <p:cNvCxnSpPr/>
            <p:nvPr/>
          </p:nvCxnSpPr>
          <p:spPr>
            <a:xfrm>
              <a:off x="2692401" y="6759843"/>
              <a:ext cx="704047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551685" y="6764314"/>
              <a:ext cx="425680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321747" y="6775931"/>
              <a:ext cx="602913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654082" y="6784609"/>
              <a:ext cx="795769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004014" y="6756119"/>
              <a:ext cx="950124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771247" y="6764815"/>
              <a:ext cx="1159501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5700231" y="6770652"/>
              <a:ext cx="979699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858141" y="6771584"/>
              <a:ext cx="906262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3359981" y="6731685"/>
              <a:ext cx="1157198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168386" y="6769422"/>
              <a:ext cx="1169346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7713929" y="6780519"/>
              <a:ext cx="726915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8629084" y="6754378"/>
              <a:ext cx="1221260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9451210" y="6735331"/>
              <a:ext cx="490090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2471176" y="6782954"/>
              <a:ext cx="764586" cy="0"/>
            </a:xfrm>
            <a:prstGeom prst="line">
              <a:avLst/>
            </a:prstGeom>
            <a:ln w="12700">
              <a:solidFill>
                <a:srgbClr val="A9C8E8">
                  <a:alpha val="5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Dhaka skyline (Ahsan Manzil, Sangsad Bhaban, Shaheed Minar, Baitul Mukarram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Freeform 34"/>
            <p:cNvSpPr/>
            <p:nvPr/>
          </p:nvSpPr>
          <p:spPr>
            <a:xfrm>
              <a:off x="0" y="5831586"/>
              <a:ext cx="347550" cy="825246"/>
            </a:xfrm>
            <a:custGeom>
              <a:avLst/>
              <a:gdLst/>
              <a:ahLst/>
              <a:cxnLst/>
              <a:rect l="l" t="t" r="r" b="b"/>
              <a:pathLst>
                <a:path w="347550" h="825246">
                  <a:moveTo>
                    <a:pt x="0" y="825246"/>
                  </a:moveTo>
                  <a:lnTo>
                    <a:pt x="0" y="0"/>
                  </a:lnTo>
                  <a:lnTo>
                    <a:pt x="347550" y="0"/>
                  </a:lnTo>
                  <a:lnTo>
                    <a:pt x="347550" y="825246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384134" y="5209032"/>
              <a:ext cx="274382" cy="1447800"/>
            </a:xfrm>
            <a:custGeom>
              <a:avLst/>
              <a:gdLst/>
              <a:ahLst/>
              <a:cxnLst/>
              <a:rect l="l" t="t" r="r" b="b"/>
              <a:pathLst>
                <a:path w="274382" h="1447800">
                  <a:moveTo>
                    <a:pt x="0" y="1447800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144780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740831" y="5918454"/>
              <a:ext cx="420718" cy="738378"/>
            </a:xfrm>
            <a:custGeom>
              <a:avLst/>
              <a:gdLst/>
              <a:ahLst/>
              <a:cxnLst/>
              <a:rect l="l" t="t" r="r" b="b"/>
              <a:pathLst>
                <a:path w="420718" h="738378">
                  <a:moveTo>
                    <a:pt x="0" y="738378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73837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1225572" y="5889498"/>
              <a:ext cx="265235" cy="767334"/>
            </a:xfrm>
            <a:custGeom>
              <a:avLst/>
              <a:gdLst/>
              <a:ahLst/>
              <a:cxnLst/>
              <a:rect l="l" t="t" r="r" b="b"/>
              <a:pathLst>
                <a:path w="265235" h="767334">
                  <a:moveTo>
                    <a:pt x="0" y="767334"/>
                  </a:moveTo>
                  <a:lnTo>
                    <a:pt x="0" y="0"/>
                  </a:lnTo>
                  <a:lnTo>
                    <a:pt x="265235" y="0"/>
                  </a:lnTo>
                  <a:lnTo>
                    <a:pt x="265235" y="76733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536538" y="5889498"/>
              <a:ext cx="320112" cy="767334"/>
            </a:xfrm>
            <a:custGeom>
              <a:avLst/>
              <a:gdLst/>
              <a:ahLst/>
              <a:cxnLst/>
              <a:rect l="l" t="t" r="r" b="b"/>
              <a:pathLst>
                <a:path w="320112" h="767334">
                  <a:moveTo>
                    <a:pt x="0" y="767334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76733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1893234" y="5860542"/>
              <a:ext cx="420719" cy="796290"/>
            </a:xfrm>
            <a:custGeom>
              <a:avLst/>
              <a:gdLst/>
              <a:ahLst/>
              <a:cxnLst/>
              <a:rect l="l" t="t" r="r" b="b"/>
              <a:pathLst>
                <a:path w="420719" h="796290">
                  <a:moveTo>
                    <a:pt x="0" y="796290"/>
                  </a:moveTo>
                  <a:lnTo>
                    <a:pt x="0" y="0"/>
                  </a:lnTo>
                  <a:lnTo>
                    <a:pt x="420719" y="0"/>
                  </a:lnTo>
                  <a:lnTo>
                    <a:pt x="420719" y="79629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2441997" y="5433441"/>
              <a:ext cx="439011" cy="1223391"/>
            </a:xfrm>
            <a:custGeom>
              <a:avLst/>
              <a:gdLst/>
              <a:ahLst/>
              <a:cxnLst/>
              <a:rect l="l" t="t" r="r" b="b"/>
              <a:pathLst>
                <a:path w="439011" h="1223391">
                  <a:moveTo>
                    <a:pt x="0" y="1223391"/>
                  </a:moveTo>
                  <a:lnTo>
                    <a:pt x="0" y="0"/>
                  </a:lnTo>
                  <a:lnTo>
                    <a:pt x="439011" y="0"/>
                  </a:lnTo>
                  <a:lnTo>
                    <a:pt x="439011" y="1223391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2999907" y="5607177"/>
              <a:ext cx="420719" cy="1049655"/>
            </a:xfrm>
            <a:custGeom>
              <a:avLst/>
              <a:gdLst/>
              <a:ahLst/>
              <a:cxnLst/>
              <a:rect l="l" t="t" r="r" b="b"/>
              <a:pathLst>
                <a:path w="420719" h="1049655">
                  <a:moveTo>
                    <a:pt x="0" y="1049655"/>
                  </a:moveTo>
                  <a:lnTo>
                    <a:pt x="0" y="0"/>
                  </a:lnTo>
                  <a:lnTo>
                    <a:pt x="420719" y="0"/>
                  </a:lnTo>
                  <a:lnTo>
                    <a:pt x="420719" y="104965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3168194" y="5476875"/>
              <a:ext cx="63108" cy="1179957"/>
            </a:xfrm>
            <a:custGeom>
              <a:avLst/>
              <a:gdLst/>
              <a:ahLst/>
              <a:cxnLst/>
              <a:rect l="l" t="t" r="r" b="b"/>
              <a:pathLst>
                <a:path w="63108" h="1179957">
                  <a:moveTo>
                    <a:pt x="0" y="1179957"/>
                  </a:moveTo>
                  <a:lnTo>
                    <a:pt x="0" y="0"/>
                  </a:lnTo>
                  <a:lnTo>
                    <a:pt x="63108" y="0"/>
                  </a:lnTo>
                  <a:lnTo>
                    <a:pt x="63108" y="1179957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3484648" y="5455158"/>
              <a:ext cx="265236" cy="1201674"/>
            </a:xfrm>
            <a:custGeom>
              <a:avLst/>
              <a:gdLst/>
              <a:ahLst/>
              <a:cxnLst/>
              <a:rect l="l" t="t" r="r" b="b"/>
              <a:pathLst>
                <a:path w="265236" h="1201674">
                  <a:moveTo>
                    <a:pt x="0" y="1201674"/>
                  </a:moveTo>
                  <a:lnTo>
                    <a:pt x="0" y="0"/>
                  </a:lnTo>
                  <a:lnTo>
                    <a:pt x="265236" y="0"/>
                  </a:lnTo>
                  <a:lnTo>
                    <a:pt x="265236" y="120167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3823052" y="5838825"/>
              <a:ext cx="374989" cy="818007"/>
            </a:xfrm>
            <a:custGeom>
              <a:avLst/>
              <a:gdLst/>
              <a:ahLst/>
              <a:cxnLst/>
              <a:rect l="l" t="t" r="r" b="b"/>
              <a:pathLst>
                <a:path w="374989" h="818007">
                  <a:moveTo>
                    <a:pt x="0" y="818007"/>
                  </a:moveTo>
                  <a:lnTo>
                    <a:pt x="0" y="0"/>
                  </a:lnTo>
                  <a:lnTo>
                    <a:pt x="374989" y="0"/>
                  </a:lnTo>
                  <a:lnTo>
                    <a:pt x="374989" y="818007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4316939" y="5455158"/>
              <a:ext cx="338404" cy="1201674"/>
            </a:xfrm>
            <a:custGeom>
              <a:avLst/>
              <a:gdLst/>
              <a:ahLst/>
              <a:cxnLst/>
              <a:rect l="l" t="t" r="r" b="b"/>
              <a:pathLst>
                <a:path w="338404" h="1201674">
                  <a:moveTo>
                    <a:pt x="0" y="1201674"/>
                  </a:moveTo>
                  <a:lnTo>
                    <a:pt x="0" y="0"/>
                  </a:lnTo>
                  <a:lnTo>
                    <a:pt x="338404" y="0"/>
                  </a:lnTo>
                  <a:lnTo>
                    <a:pt x="338404" y="120167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4710220" y="5433441"/>
              <a:ext cx="283528" cy="1223391"/>
            </a:xfrm>
            <a:custGeom>
              <a:avLst/>
              <a:gdLst/>
              <a:ahLst/>
              <a:cxnLst/>
              <a:rect l="l" t="t" r="r" b="b"/>
              <a:pathLst>
                <a:path w="283528" h="1223391">
                  <a:moveTo>
                    <a:pt x="0" y="1223391"/>
                  </a:moveTo>
                  <a:lnTo>
                    <a:pt x="0" y="0"/>
                  </a:lnTo>
                  <a:lnTo>
                    <a:pt x="283528" y="0"/>
                  </a:lnTo>
                  <a:lnTo>
                    <a:pt x="283528" y="1223391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5057770" y="5882259"/>
              <a:ext cx="356696" cy="774573"/>
            </a:xfrm>
            <a:custGeom>
              <a:avLst/>
              <a:gdLst/>
              <a:ahLst/>
              <a:cxnLst/>
              <a:rect l="l" t="t" r="r" b="b"/>
              <a:pathLst>
                <a:path w="356696" h="774573">
                  <a:moveTo>
                    <a:pt x="0" y="774573"/>
                  </a:moveTo>
                  <a:lnTo>
                    <a:pt x="0" y="0"/>
                  </a:lnTo>
                  <a:lnTo>
                    <a:pt x="356696" y="0"/>
                  </a:lnTo>
                  <a:lnTo>
                    <a:pt x="356696" y="774573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5460197" y="5918454"/>
              <a:ext cx="420718" cy="738378"/>
            </a:xfrm>
            <a:custGeom>
              <a:avLst/>
              <a:gdLst/>
              <a:ahLst/>
              <a:cxnLst/>
              <a:rect l="l" t="t" r="r" b="b"/>
              <a:pathLst>
                <a:path w="420718" h="738378">
                  <a:moveTo>
                    <a:pt x="0" y="738378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73837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5981522" y="5476875"/>
              <a:ext cx="448157" cy="1179957"/>
            </a:xfrm>
            <a:custGeom>
              <a:avLst/>
              <a:gdLst/>
              <a:ahLst/>
              <a:cxnLst/>
              <a:rect l="l" t="t" r="r" b="b"/>
              <a:pathLst>
                <a:path w="448157" h="1179957">
                  <a:moveTo>
                    <a:pt x="0" y="1179957"/>
                  </a:moveTo>
                  <a:lnTo>
                    <a:pt x="0" y="0"/>
                  </a:lnTo>
                  <a:lnTo>
                    <a:pt x="448157" y="0"/>
                  </a:lnTo>
                  <a:lnTo>
                    <a:pt x="448157" y="1179957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6511993" y="5433441"/>
              <a:ext cx="384135" cy="1223391"/>
            </a:xfrm>
            <a:custGeom>
              <a:avLst/>
              <a:gdLst/>
              <a:ahLst/>
              <a:cxnLst/>
              <a:rect l="l" t="t" r="r" b="b"/>
              <a:pathLst>
                <a:path w="384135" h="1223391">
                  <a:moveTo>
                    <a:pt x="0" y="1223391"/>
                  </a:moveTo>
                  <a:lnTo>
                    <a:pt x="0" y="0"/>
                  </a:lnTo>
                  <a:lnTo>
                    <a:pt x="384135" y="0"/>
                  </a:lnTo>
                  <a:lnTo>
                    <a:pt x="384135" y="1223391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6978442" y="5744718"/>
              <a:ext cx="338404" cy="912114"/>
            </a:xfrm>
            <a:custGeom>
              <a:avLst/>
              <a:gdLst/>
              <a:ahLst/>
              <a:cxnLst/>
              <a:rect l="l" t="t" r="r" b="b"/>
              <a:pathLst>
                <a:path w="338404" h="912114">
                  <a:moveTo>
                    <a:pt x="0" y="912114"/>
                  </a:moveTo>
                  <a:lnTo>
                    <a:pt x="0" y="0"/>
                  </a:lnTo>
                  <a:lnTo>
                    <a:pt x="338404" y="0"/>
                  </a:lnTo>
                  <a:lnTo>
                    <a:pt x="338404" y="91211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7380869" y="5440680"/>
              <a:ext cx="274381" cy="1216152"/>
            </a:xfrm>
            <a:custGeom>
              <a:avLst/>
              <a:gdLst/>
              <a:ahLst/>
              <a:cxnLst/>
              <a:rect l="l" t="t" r="r" b="b"/>
              <a:pathLst>
                <a:path w="274381" h="1216152">
                  <a:moveTo>
                    <a:pt x="0" y="1216152"/>
                  </a:moveTo>
                  <a:lnTo>
                    <a:pt x="0" y="0"/>
                  </a:lnTo>
                  <a:lnTo>
                    <a:pt x="274381" y="0"/>
                  </a:lnTo>
                  <a:lnTo>
                    <a:pt x="274381" y="121615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7755857" y="5295900"/>
              <a:ext cx="347550" cy="1360932"/>
            </a:xfrm>
            <a:custGeom>
              <a:avLst/>
              <a:gdLst/>
              <a:ahLst/>
              <a:cxnLst/>
              <a:rect l="l" t="t" r="r" b="b"/>
              <a:pathLst>
                <a:path w="347550" h="1360932">
                  <a:moveTo>
                    <a:pt x="0" y="1360932"/>
                  </a:moveTo>
                  <a:lnTo>
                    <a:pt x="0" y="0"/>
                  </a:lnTo>
                  <a:lnTo>
                    <a:pt x="347550" y="0"/>
                  </a:lnTo>
                  <a:lnTo>
                    <a:pt x="347550" y="136093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8222306" y="5860542"/>
              <a:ext cx="274382" cy="796290"/>
            </a:xfrm>
            <a:custGeom>
              <a:avLst/>
              <a:gdLst/>
              <a:ahLst/>
              <a:cxnLst/>
              <a:rect l="l" t="t" r="r" b="b"/>
              <a:pathLst>
                <a:path w="274382" h="796290">
                  <a:moveTo>
                    <a:pt x="0" y="796290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79629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8551564" y="5657850"/>
              <a:ext cx="475595" cy="998982"/>
            </a:xfrm>
            <a:custGeom>
              <a:avLst/>
              <a:gdLst/>
              <a:ahLst/>
              <a:cxnLst/>
              <a:rect l="l" t="t" r="r" b="b"/>
              <a:pathLst>
                <a:path w="475595" h="998982">
                  <a:moveTo>
                    <a:pt x="0" y="998982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99898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8741802" y="5527548"/>
              <a:ext cx="71339" cy="1129284"/>
            </a:xfrm>
            <a:custGeom>
              <a:avLst/>
              <a:gdLst/>
              <a:ahLst/>
              <a:cxnLst/>
              <a:rect l="l" t="t" r="r" b="b"/>
              <a:pathLst>
                <a:path w="71339" h="1129284">
                  <a:moveTo>
                    <a:pt x="0" y="1129284"/>
                  </a:moveTo>
                  <a:lnTo>
                    <a:pt x="0" y="0"/>
                  </a:lnTo>
                  <a:lnTo>
                    <a:pt x="71339" y="0"/>
                  </a:lnTo>
                  <a:lnTo>
                    <a:pt x="71339" y="112928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9127766" y="5932932"/>
              <a:ext cx="374988" cy="723900"/>
            </a:xfrm>
            <a:custGeom>
              <a:avLst/>
              <a:gdLst/>
              <a:ahLst/>
              <a:cxnLst/>
              <a:rect l="l" t="t" r="r" b="b"/>
              <a:pathLst>
                <a:path w="374988" h="723900">
                  <a:moveTo>
                    <a:pt x="0" y="723900"/>
                  </a:moveTo>
                  <a:lnTo>
                    <a:pt x="0" y="0"/>
                  </a:lnTo>
                  <a:lnTo>
                    <a:pt x="374988" y="0"/>
                  </a:lnTo>
                  <a:lnTo>
                    <a:pt x="374988" y="723900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9548484" y="5455158"/>
              <a:ext cx="475595" cy="1201674"/>
            </a:xfrm>
            <a:custGeom>
              <a:avLst/>
              <a:gdLst/>
              <a:ahLst/>
              <a:cxnLst/>
              <a:rect l="l" t="t" r="r" b="b"/>
              <a:pathLst>
                <a:path w="475595" h="1201674">
                  <a:moveTo>
                    <a:pt x="0" y="1201674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1201674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10106394" y="5332095"/>
              <a:ext cx="347550" cy="1324737"/>
            </a:xfrm>
            <a:custGeom>
              <a:avLst/>
              <a:gdLst/>
              <a:ahLst/>
              <a:cxnLst/>
              <a:rect l="l" t="t" r="r" b="b"/>
              <a:pathLst>
                <a:path w="347550" h="1324737">
                  <a:moveTo>
                    <a:pt x="0" y="1324737"/>
                  </a:moveTo>
                  <a:lnTo>
                    <a:pt x="0" y="0"/>
                  </a:lnTo>
                  <a:lnTo>
                    <a:pt x="347550" y="0"/>
                  </a:lnTo>
                  <a:lnTo>
                    <a:pt x="347550" y="1324737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10554551" y="5230749"/>
              <a:ext cx="420718" cy="1426083"/>
            </a:xfrm>
            <a:custGeom>
              <a:avLst/>
              <a:gdLst/>
              <a:ahLst/>
              <a:cxnLst/>
              <a:rect l="l" t="t" r="r" b="b"/>
              <a:pathLst>
                <a:path w="420718" h="1426083">
                  <a:moveTo>
                    <a:pt x="0" y="1426083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1426083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Freeform 61"/>
            <p:cNvSpPr/>
            <p:nvPr/>
          </p:nvSpPr>
          <p:spPr>
            <a:xfrm>
              <a:off x="11021000" y="5534787"/>
              <a:ext cx="329258" cy="1122045"/>
            </a:xfrm>
            <a:custGeom>
              <a:avLst/>
              <a:gdLst/>
              <a:ahLst/>
              <a:cxnLst/>
              <a:rect l="l" t="t" r="r" b="b"/>
              <a:pathLst>
                <a:path w="329258" h="1122045">
                  <a:moveTo>
                    <a:pt x="0" y="1122045"/>
                  </a:moveTo>
                  <a:lnTo>
                    <a:pt x="0" y="0"/>
                  </a:lnTo>
                  <a:lnTo>
                    <a:pt x="329258" y="0"/>
                  </a:lnTo>
                  <a:lnTo>
                    <a:pt x="329258" y="1122045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Freeform 62"/>
            <p:cNvSpPr/>
            <p:nvPr/>
          </p:nvSpPr>
          <p:spPr>
            <a:xfrm>
              <a:off x="11395988" y="5295900"/>
              <a:ext cx="265236" cy="1360932"/>
            </a:xfrm>
            <a:custGeom>
              <a:avLst/>
              <a:gdLst/>
              <a:ahLst/>
              <a:cxnLst/>
              <a:rect l="l" t="t" r="r" b="b"/>
              <a:pathLst>
                <a:path w="265236" h="1360932">
                  <a:moveTo>
                    <a:pt x="0" y="1360932"/>
                  </a:moveTo>
                  <a:lnTo>
                    <a:pt x="0" y="0"/>
                  </a:lnTo>
                  <a:lnTo>
                    <a:pt x="265236" y="0"/>
                  </a:lnTo>
                  <a:lnTo>
                    <a:pt x="265236" y="1360932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11789269" y="5339334"/>
              <a:ext cx="420718" cy="1317498"/>
            </a:xfrm>
            <a:custGeom>
              <a:avLst/>
              <a:gdLst/>
              <a:ahLst/>
              <a:cxnLst/>
              <a:rect l="l" t="t" r="r" b="b"/>
              <a:pathLst>
                <a:path w="420718" h="1317498">
                  <a:moveTo>
                    <a:pt x="0" y="1317498"/>
                  </a:moveTo>
                  <a:lnTo>
                    <a:pt x="0" y="0"/>
                  </a:lnTo>
                  <a:lnTo>
                    <a:pt x="420718" y="0"/>
                  </a:lnTo>
                  <a:lnTo>
                    <a:pt x="420718" y="1317498"/>
                  </a:lnTo>
                  <a:close/>
                </a:path>
              </a:pathLst>
            </a:custGeom>
            <a:solidFill>
              <a:srgbClr val="A9C8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91461" y="5795391"/>
              <a:ext cx="475595" cy="861441"/>
            </a:xfrm>
            <a:custGeom>
              <a:avLst/>
              <a:gdLst/>
              <a:ahLst/>
              <a:cxnLst/>
              <a:rect l="l" t="t" r="r" b="b"/>
              <a:pathLst>
                <a:path w="475595" h="861441">
                  <a:moveTo>
                    <a:pt x="0" y="861441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86144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759123" y="5723001"/>
              <a:ext cx="274382" cy="933831"/>
            </a:xfrm>
            <a:custGeom>
              <a:avLst/>
              <a:gdLst/>
              <a:ahLst/>
              <a:cxnLst/>
              <a:rect l="l" t="t" r="r" b="b"/>
              <a:pathLst>
                <a:path w="274382" h="933831">
                  <a:moveTo>
                    <a:pt x="0" y="933831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93383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813999" y="5628894"/>
              <a:ext cx="164629" cy="1027938"/>
            </a:xfrm>
            <a:custGeom>
              <a:avLst/>
              <a:gdLst/>
              <a:ahLst/>
              <a:cxnLst/>
              <a:rect l="l" t="t" r="r" b="b"/>
              <a:pathLst>
                <a:path w="164629" h="1027938">
                  <a:moveTo>
                    <a:pt x="0" y="1027938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102793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1262156" y="5954649"/>
              <a:ext cx="283528" cy="702183"/>
            </a:xfrm>
            <a:custGeom>
              <a:avLst/>
              <a:gdLst/>
              <a:ahLst/>
              <a:cxnLst/>
              <a:rect l="l" t="t" r="r" b="b"/>
              <a:pathLst>
                <a:path w="283528" h="702183">
                  <a:moveTo>
                    <a:pt x="0" y="702183"/>
                  </a:moveTo>
                  <a:lnTo>
                    <a:pt x="0" y="0"/>
                  </a:lnTo>
                  <a:lnTo>
                    <a:pt x="283528" y="0"/>
                  </a:lnTo>
                  <a:lnTo>
                    <a:pt x="283528" y="702183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1673729" y="5925693"/>
              <a:ext cx="484741" cy="731139"/>
            </a:xfrm>
            <a:custGeom>
              <a:avLst/>
              <a:gdLst/>
              <a:ahLst/>
              <a:cxnLst/>
              <a:rect l="l" t="t" r="r" b="b"/>
              <a:pathLst>
                <a:path w="484741" h="731139">
                  <a:moveTo>
                    <a:pt x="0" y="731139"/>
                  </a:moveTo>
                  <a:lnTo>
                    <a:pt x="0" y="0"/>
                  </a:lnTo>
                  <a:lnTo>
                    <a:pt x="484741" y="0"/>
                  </a:lnTo>
                  <a:lnTo>
                    <a:pt x="484741" y="731139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1770677" y="5744718"/>
              <a:ext cx="290844" cy="912114"/>
            </a:xfrm>
            <a:custGeom>
              <a:avLst/>
              <a:gdLst/>
              <a:ahLst/>
              <a:cxnLst/>
              <a:rect l="l" t="t" r="r" b="b"/>
              <a:pathLst>
                <a:path w="290844" h="912114">
                  <a:moveTo>
                    <a:pt x="0" y="912114"/>
                  </a:moveTo>
                  <a:lnTo>
                    <a:pt x="0" y="0"/>
                  </a:lnTo>
                  <a:lnTo>
                    <a:pt x="290844" y="0"/>
                  </a:lnTo>
                  <a:lnTo>
                    <a:pt x="290844" y="912114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2268222" y="5737479"/>
              <a:ext cx="320112" cy="919353"/>
            </a:xfrm>
            <a:custGeom>
              <a:avLst/>
              <a:gdLst/>
              <a:ahLst/>
              <a:cxnLst/>
              <a:rect l="l" t="t" r="r" b="b"/>
              <a:pathLst>
                <a:path w="320112" h="919353">
                  <a:moveTo>
                    <a:pt x="0" y="919353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919353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2332245" y="5607177"/>
              <a:ext cx="192067" cy="1049655"/>
            </a:xfrm>
            <a:custGeom>
              <a:avLst/>
              <a:gdLst/>
              <a:ahLst/>
              <a:cxnLst/>
              <a:rect l="l" t="t" r="r" b="b"/>
              <a:pathLst>
                <a:path w="192067" h="1049655">
                  <a:moveTo>
                    <a:pt x="0" y="1049655"/>
                  </a:moveTo>
                  <a:lnTo>
                    <a:pt x="0" y="0"/>
                  </a:lnTo>
                  <a:lnTo>
                    <a:pt x="192067" y="0"/>
                  </a:lnTo>
                  <a:lnTo>
                    <a:pt x="192067" y="104965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Freeform 72"/>
            <p:cNvSpPr/>
            <p:nvPr/>
          </p:nvSpPr>
          <p:spPr>
            <a:xfrm>
              <a:off x="2716379" y="5751957"/>
              <a:ext cx="512179" cy="904875"/>
            </a:xfrm>
            <a:custGeom>
              <a:avLst/>
              <a:gdLst/>
              <a:ahLst/>
              <a:cxnLst/>
              <a:rect l="l" t="t" r="r" b="b"/>
              <a:pathLst>
                <a:path w="512179" h="904875">
                  <a:moveTo>
                    <a:pt x="0" y="904875"/>
                  </a:moveTo>
                  <a:lnTo>
                    <a:pt x="0" y="0"/>
                  </a:lnTo>
                  <a:lnTo>
                    <a:pt x="512179" y="0"/>
                  </a:lnTo>
                  <a:lnTo>
                    <a:pt x="512179" y="90487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3393187" y="5766435"/>
              <a:ext cx="475595" cy="890397"/>
            </a:xfrm>
            <a:custGeom>
              <a:avLst/>
              <a:gdLst/>
              <a:ahLst/>
              <a:cxnLst/>
              <a:rect l="l" t="t" r="r" b="b"/>
              <a:pathLst>
                <a:path w="475595" h="890397">
                  <a:moveTo>
                    <a:pt x="0" y="890397"/>
                  </a:moveTo>
                  <a:lnTo>
                    <a:pt x="0" y="0"/>
                  </a:lnTo>
                  <a:lnTo>
                    <a:pt x="475595" y="0"/>
                  </a:lnTo>
                  <a:lnTo>
                    <a:pt x="475595" y="890397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Freeform 74"/>
            <p:cNvSpPr/>
            <p:nvPr/>
          </p:nvSpPr>
          <p:spPr>
            <a:xfrm>
              <a:off x="4069996" y="5940171"/>
              <a:ext cx="548763" cy="716661"/>
            </a:xfrm>
            <a:custGeom>
              <a:avLst/>
              <a:gdLst/>
              <a:ahLst/>
              <a:cxnLst/>
              <a:rect l="l" t="t" r="r" b="b"/>
              <a:pathLst>
                <a:path w="548763" h="716661">
                  <a:moveTo>
                    <a:pt x="0" y="716661"/>
                  </a:moveTo>
                  <a:lnTo>
                    <a:pt x="0" y="0"/>
                  </a:lnTo>
                  <a:lnTo>
                    <a:pt x="548763" y="0"/>
                  </a:lnTo>
                  <a:lnTo>
                    <a:pt x="548763" y="71666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4179748" y="5831586"/>
              <a:ext cx="329259" cy="825246"/>
            </a:xfrm>
            <a:custGeom>
              <a:avLst/>
              <a:gdLst/>
              <a:ahLst/>
              <a:cxnLst/>
              <a:rect l="l" t="t" r="r" b="b"/>
              <a:pathLst>
                <a:path w="329259" h="825246">
                  <a:moveTo>
                    <a:pt x="0" y="825246"/>
                  </a:moveTo>
                  <a:lnTo>
                    <a:pt x="0" y="0"/>
                  </a:lnTo>
                  <a:lnTo>
                    <a:pt x="329259" y="0"/>
                  </a:lnTo>
                  <a:lnTo>
                    <a:pt x="329259" y="825246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6859543" y="5809869"/>
              <a:ext cx="429865" cy="846963"/>
            </a:xfrm>
            <a:custGeom>
              <a:avLst/>
              <a:gdLst/>
              <a:ahLst/>
              <a:cxnLst/>
              <a:rect l="l" t="t" r="r" b="b"/>
              <a:pathLst>
                <a:path w="429865" h="846963">
                  <a:moveTo>
                    <a:pt x="0" y="846963"/>
                  </a:moveTo>
                  <a:lnTo>
                    <a:pt x="0" y="0"/>
                  </a:lnTo>
                  <a:lnTo>
                    <a:pt x="429865" y="0"/>
                  </a:lnTo>
                  <a:lnTo>
                    <a:pt x="429865" y="846963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8496688" y="5578221"/>
              <a:ext cx="548763" cy="1078611"/>
            </a:xfrm>
            <a:custGeom>
              <a:avLst/>
              <a:gdLst/>
              <a:ahLst/>
              <a:cxnLst/>
              <a:rect l="l" t="t" r="r" b="b"/>
              <a:pathLst>
                <a:path w="548763" h="1078611">
                  <a:moveTo>
                    <a:pt x="0" y="1078611"/>
                  </a:moveTo>
                  <a:lnTo>
                    <a:pt x="0" y="0"/>
                  </a:lnTo>
                  <a:lnTo>
                    <a:pt x="548763" y="0"/>
                  </a:lnTo>
                  <a:lnTo>
                    <a:pt x="548763" y="107861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9146058" y="5636133"/>
              <a:ext cx="402426" cy="1020699"/>
            </a:xfrm>
            <a:custGeom>
              <a:avLst/>
              <a:gdLst/>
              <a:ahLst/>
              <a:cxnLst/>
              <a:rect l="l" t="t" r="r" b="b"/>
              <a:pathLst>
                <a:path w="402426" h="1020699">
                  <a:moveTo>
                    <a:pt x="0" y="1020699"/>
                  </a:moveTo>
                  <a:lnTo>
                    <a:pt x="0" y="0"/>
                  </a:lnTo>
                  <a:lnTo>
                    <a:pt x="402426" y="0"/>
                  </a:lnTo>
                  <a:lnTo>
                    <a:pt x="402426" y="1020699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9226543" y="5476875"/>
              <a:ext cx="241456" cy="1179957"/>
            </a:xfrm>
            <a:custGeom>
              <a:avLst/>
              <a:gdLst/>
              <a:ahLst/>
              <a:cxnLst/>
              <a:rect l="l" t="t" r="r" b="b"/>
              <a:pathLst>
                <a:path w="241456" h="1179957">
                  <a:moveTo>
                    <a:pt x="0" y="1179957"/>
                  </a:moveTo>
                  <a:lnTo>
                    <a:pt x="0" y="0"/>
                  </a:lnTo>
                  <a:lnTo>
                    <a:pt x="241456" y="0"/>
                  </a:lnTo>
                  <a:lnTo>
                    <a:pt x="241456" y="1179957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9749698" y="5708523"/>
              <a:ext cx="301820" cy="948309"/>
            </a:xfrm>
            <a:custGeom>
              <a:avLst/>
              <a:gdLst/>
              <a:ahLst/>
              <a:cxnLst/>
              <a:rect l="l" t="t" r="r" b="b"/>
              <a:pathLst>
                <a:path w="301820" h="948309">
                  <a:moveTo>
                    <a:pt x="0" y="948309"/>
                  </a:moveTo>
                  <a:lnTo>
                    <a:pt x="0" y="0"/>
                  </a:lnTo>
                  <a:lnTo>
                    <a:pt x="301820" y="0"/>
                  </a:lnTo>
                  <a:lnTo>
                    <a:pt x="301820" y="948309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0152124" y="6092190"/>
              <a:ext cx="329258" cy="564642"/>
            </a:xfrm>
            <a:custGeom>
              <a:avLst/>
              <a:gdLst/>
              <a:ahLst/>
              <a:cxnLst/>
              <a:rect l="l" t="t" r="r" b="b"/>
              <a:pathLst>
                <a:path w="329258" h="564642">
                  <a:moveTo>
                    <a:pt x="0" y="564642"/>
                  </a:moveTo>
                  <a:lnTo>
                    <a:pt x="0" y="0"/>
                  </a:lnTo>
                  <a:lnTo>
                    <a:pt x="329258" y="0"/>
                  </a:lnTo>
                  <a:lnTo>
                    <a:pt x="329258" y="564642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10700888" y="6048756"/>
              <a:ext cx="320112" cy="608076"/>
            </a:xfrm>
            <a:custGeom>
              <a:avLst/>
              <a:gdLst/>
              <a:ahLst/>
              <a:cxnLst/>
              <a:rect l="l" t="t" r="r" b="b"/>
              <a:pathLst>
                <a:path w="320112" h="608076">
                  <a:moveTo>
                    <a:pt x="0" y="608076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608076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10764910" y="5969127"/>
              <a:ext cx="192067" cy="687705"/>
            </a:xfrm>
            <a:custGeom>
              <a:avLst/>
              <a:gdLst/>
              <a:ahLst/>
              <a:cxnLst/>
              <a:rect l="l" t="t" r="r" b="b"/>
              <a:pathLst>
                <a:path w="192067" h="687705">
                  <a:moveTo>
                    <a:pt x="0" y="687705"/>
                  </a:moveTo>
                  <a:lnTo>
                    <a:pt x="0" y="0"/>
                  </a:lnTo>
                  <a:lnTo>
                    <a:pt x="192067" y="0"/>
                  </a:lnTo>
                  <a:lnTo>
                    <a:pt x="192067" y="68770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11139899" y="5628894"/>
              <a:ext cx="274381" cy="1027938"/>
            </a:xfrm>
            <a:custGeom>
              <a:avLst/>
              <a:gdLst/>
              <a:ahLst/>
              <a:cxnLst/>
              <a:rect l="l" t="t" r="r" b="b"/>
              <a:pathLst>
                <a:path w="274381" h="1027938">
                  <a:moveTo>
                    <a:pt x="0" y="1027938"/>
                  </a:moveTo>
                  <a:lnTo>
                    <a:pt x="0" y="0"/>
                  </a:lnTo>
                  <a:lnTo>
                    <a:pt x="274381" y="0"/>
                  </a:lnTo>
                  <a:lnTo>
                    <a:pt x="274381" y="1027938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11194775" y="5534787"/>
              <a:ext cx="164629" cy="1122045"/>
            </a:xfrm>
            <a:custGeom>
              <a:avLst/>
              <a:gdLst/>
              <a:ahLst/>
              <a:cxnLst/>
              <a:rect l="l" t="t" r="r" b="b"/>
              <a:pathLst>
                <a:path w="164629" h="1122045">
                  <a:moveTo>
                    <a:pt x="0" y="1122045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1122045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Freeform 86"/>
            <p:cNvSpPr/>
            <p:nvPr/>
          </p:nvSpPr>
          <p:spPr>
            <a:xfrm>
              <a:off x="11606347" y="6128385"/>
              <a:ext cx="448157" cy="528447"/>
            </a:xfrm>
            <a:custGeom>
              <a:avLst/>
              <a:gdLst/>
              <a:ahLst/>
              <a:cxnLst/>
              <a:rect l="l" t="t" r="r" b="b"/>
              <a:pathLst>
                <a:path w="448157" h="528447">
                  <a:moveTo>
                    <a:pt x="0" y="528447"/>
                  </a:moveTo>
                  <a:lnTo>
                    <a:pt x="0" y="0"/>
                  </a:lnTo>
                  <a:lnTo>
                    <a:pt x="448157" y="0"/>
                  </a:lnTo>
                  <a:lnTo>
                    <a:pt x="448157" y="528447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11695979" y="6012561"/>
              <a:ext cx="268894" cy="644271"/>
            </a:xfrm>
            <a:custGeom>
              <a:avLst/>
              <a:gdLst/>
              <a:ahLst/>
              <a:cxnLst/>
              <a:rect l="l" t="t" r="r" b="b"/>
              <a:pathLst>
                <a:path w="268894" h="644271">
                  <a:moveTo>
                    <a:pt x="0" y="644271"/>
                  </a:moveTo>
                  <a:lnTo>
                    <a:pt x="0" y="0"/>
                  </a:lnTo>
                  <a:lnTo>
                    <a:pt x="268894" y="0"/>
                  </a:lnTo>
                  <a:lnTo>
                    <a:pt x="268894" y="644271"/>
                  </a:lnTo>
                  <a:close/>
                </a:path>
              </a:pathLst>
            </a:custGeom>
            <a:solidFill>
              <a:srgbClr val="3E69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Freeform 88"/>
            <p:cNvSpPr/>
            <p:nvPr/>
          </p:nvSpPr>
          <p:spPr>
            <a:xfrm>
              <a:off x="7170509" y="5469636"/>
              <a:ext cx="841438" cy="665988"/>
            </a:xfrm>
            <a:custGeom>
              <a:avLst/>
              <a:gdLst/>
              <a:ahLst/>
              <a:cxnLst/>
              <a:rect l="l" t="t" r="r" b="b"/>
              <a:pathLst>
                <a:path w="841438" h="665988">
                  <a:moveTo>
                    <a:pt x="841438" y="332994"/>
                  </a:moveTo>
                  <a:lnTo>
                    <a:pt x="833354" y="268030"/>
                  </a:lnTo>
                  <a:lnTo>
                    <a:pt x="809412" y="205563"/>
                  </a:lnTo>
                  <a:lnTo>
                    <a:pt x="770534" y="147992"/>
                  </a:lnTo>
                  <a:lnTo>
                    <a:pt x="718212" y="97532"/>
                  </a:lnTo>
                  <a:lnTo>
                    <a:pt x="654458" y="56120"/>
                  </a:lnTo>
                  <a:lnTo>
                    <a:pt x="581721" y="25348"/>
                  </a:lnTo>
                  <a:lnTo>
                    <a:pt x="502797" y="6398"/>
                  </a:lnTo>
                  <a:lnTo>
                    <a:pt x="420719" y="0"/>
                  </a:lnTo>
                  <a:lnTo>
                    <a:pt x="338641" y="6398"/>
                  </a:lnTo>
                  <a:lnTo>
                    <a:pt x="259717" y="25348"/>
                  </a:lnTo>
                  <a:lnTo>
                    <a:pt x="186980" y="56120"/>
                  </a:lnTo>
                  <a:lnTo>
                    <a:pt x="123226" y="97532"/>
                  </a:lnTo>
                  <a:lnTo>
                    <a:pt x="70904" y="147992"/>
                  </a:lnTo>
                  <a:lnTo>
                    <a:pt x="32026" y="205563"/>
                  </a:lnTo>
                  <a:lnTo>
                    <a:pt x="8084" y="268030"/>
                  </a:lnTo>
                  <a:lnTo>
                    <a:pt x="0" y="332994"/>
                  </a:lnTo>
                  <a:lnTo>
                    <a:pt x="8084" y="397958"/>
                  </a:lnTo>
                  <a:lnTo>
                    <a:pt x="32026" y="460425"/>
                  </a:lnTo>
                  <a:lnTo>
                    <a:pt x="70904" y="517996"/>
                  </a:lnTo>
                  <a:lnTo>
                    <a:pt x="123226" y="568456"/>
                  </a:lnTo>
                  <a:lnTo>
                    <a:pt x="186980" y="609868"/>
                  </a:lnTo>
                  <a:lnTo>
                    <a:pt x="259717" y="640640"/>
                  </a:lnTo>
                  <a:lnTo>
                    <a:pt x="338641" y="659590"/>
                  </a:lnTo>
                  <a:lnTo>
                    <a:pt x="420719" y="665988"/>
                  </a:lnTo>
                  <a:lnTo>
                    <a:pt x="502797" y="659590"/>
                  </a:lnTo>
                  <a:lnTo>
                    <a:pt x="581721" y="640640"/>
                  </a:lnTo>
                  <a:lnTo>
                    <a:pt x="654458" y="609868"/>
                  </a:lnTo>
                  <a:lnTo>
                    <a:pt x="718212" y="568456"/>
                  </a:lnTo>
                  <a:lnTo>
                    <a:pt x="770534" y="517996"/>
                  </a:lnTo>
                  <a:lnTo>
                    <a:pt x="809412" y="460425"/>
                  </a:lnTo>
                  <a:lnTo>
                    <a:pt x="833354" y="397958"/>
                  </a:lnTo>
                  <a:close/>
                </a:path>
              </a:pathLst>
            </a:custGeom>
            <a:solidFill>
              <a:srgbClr val="E446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274382" y="6280404"/>
              <a:ext cx="2469435" cy="376428"/>
            </a:xfrm>
            <a:custGeom>
              <a:avLst/>
              <a:gdLst/>
              <a:ahLst/>
              <a:cxnLst/>
              <a:rect l="l" t="t" r="r" b="b"/>
              <a:pathLst>
                <a:path w="2469435" h="376428">
                  <a:moveTo>
                    <a:pt x="0" y="376428"/>
                  </a:moveTo>
                  <a:lnTo>
                    <a:pt x="0" y="0"/>
                  </a:lnTo>
                  <a:lnTo>
                    <a:pt x="2469435" y="0"/>
                  </a:lnTo>
                  <a:lnTo>
                    <a:pt x="2469435" y="37642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365842" y="6236970"/>
              <a:ext cx="2286515" cy="419862"/>
            </a:xfrm>
            <a:custGeom>
              <a:avLst/>
              <a:gdLst/>
              <a:ahLst/>
              <a:cxnLst/>
              <a:rect l="l" t="t" r="r" b="b"/>
              <a:pathLst>
                <a:path w="2286515" h="419862">
                  <a:moveTo>
                    <a:pt x="0" y="419862"/>
                  </a:moveTo>
                  <a:lnTo>
                    <a:pt x="0" y="0"/>
                  </a:lnTo>
                  <a:lnTo>
                    <a:pt x="2286515" y="0"/>
                  </a:lnTo>
                  <a:lnTo>
                    <a:pt x="2286515" y="41986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1207280" y="6034278"/>
              <a:ext cx="695100" cy="622554"/>
            </a:xfrm>
            <a:custGeom>
              <a:avLst/>
              <a:gdLst/>
              <a:ahLst/>
              <a:cxnLst/>
              <a:rect l="l" t="t" r="r" b="b"/>
              <a:pathLst>
                <a:path w="695100" h="622554">
                  <a:moveTo>
                    <a:pt x="0" y="622554"/>
                  </a:moveTo>
                  <a:lnTo>
                    <a:pt x="0" y="0"/>
                  </a:lnTo>
                  <a:lnTo>
                    <a:pt x="695100" y="0"/>
                  </a:lnTo>
                  <a:lnTo>
                    <a:pt x="695100" y="62255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1371909" y="5903976"/>
              <a:ext cx="365842" cy="752856"/>
            </a:xfrm>
            <a:custGeom>
              <a:avLst/>
              <a:gdLst/>
              <a:ahLst/>
              <a:cxnLst/>
              <a:rect l="l" t="t" r="r" b="b"/>
              <a:pathLst>
                <a:path w="365842" h="752856">
                  <a:moveTo>
                    <a:pt x="0" y="752856"/>
                  </a:moveTo>
                  <a:lnTo>
                    <a:pt x="0" y="0"/>
                  </a:lnTo>
                  <a:lnTo>
                    <a:pt x="365842" y="0"/>
                  </a:lnTo>
                  <a:lnTo>
                    <a:pt x="365842" y="75285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378128" y="5614416"/>
              <a:ext cx="353404" cy="289560"/>
            </a:xfrm>
            <a:custGeom>
              <a:avLst/>
              <a:gdLst/>
              <a:ahLst/>
              <a:cxnLst/>
              <a:rect l="l" t="t" r="r" b="b"/>
              <a:pathLst>
                <a:path w="353404" h="289560">
                  <a:moveTo>
                    <a:pt x="0" y="289560"/>
                  </a:moveTo>
                  <a:lnTo>
                    <a:pt x="111039" y="289560"/>
                  </a:lnTo>
                  <a:lnTo>
                    <a:pt x="74449" y="262631"/>
                  </a:lnTo>
                  <a:lnTo>
                    <a:pt x="47638" y="239308"/>
                  </a:lnTo>
                  <a:lnTo>
                    <a:pt x="30994" y="217178"/>
                  </a:lnTo>
                  <a:lnTo>
                    <a:pt x="24278" y="195787"/>
                  </a:lnTo>
                  <a:lnTo>
                    <a:pt x="26669" y="174931"/>
                  </a:lnTo>
                  <a:lnTo>
                    <a:pt x="36847" y="154490"/>
                  </a:lnTo>
                  <a:lnTo>
                    <a:pt x="53089" y="134389"/>
                  </a:lnTo>
                  <a:lnTo>
                    <a:pt x="73399" y="114574"/>
                  </a:lnTo>
                  <a:lnTo>
                    <a:pt x="95638" y="95005"/>
                  </a:lnTo>
                  <a:lnTo>
                    <a:pt x="117670" y="75654"/>
                  </a:lnTo>
                  <a:lnTo>
                    <a:pt x="137495" y="56495"/>
                  </a:lnTo>
                  <a:lnTo>
                    <a:pt x="153373" y="37510"/>
                  </a:lnTo>
                  <a:lnTo>
                    <a:pt x="163941" y="18683"/>
                  </a:lnTo>
                  <a:lnTo>
                    <a:pt x="168287" y="0"/>
                  </a:lnTo>
                  <a:lnTo>
                    <a:pt x="185116" y="0"/>
                  </a:lnTo>
                  <a:lnTo>
                    <a:pt x="189463" y="18683"/>
                  </a:lnTo>
                  <a:lnTo>
                    <a:pt x="200030" y="37510"/>
                  </a:lnTo>
                  <a:lnTo>
                    <a:pt x="215909" y="56495"/>
                  </a:lnTo>
                  <a:lnTo>
                    <a:pt x="235733" y="75654"/>
                  </a:lnTo>
                  <a:lnTo>
                    <a:pt x="257766" y="95005"/>
                  </a:lnTo>
                  <a:lnTo>
                    <a:pt x="280005" y="114574"/>
                  </a:lnTo>
                  <a:lnTo>
                    <a:pt x="300315" y="134389"/>
                  </a:lnTo>
                  <a:lnTo>
                    <a:pt x="316557" y="154490"/>
                  </a:lnTo>
                  <a:lnTo>
                    <a:pt x="326734" y="174931"/>
                  </a:lnTo>
                  <a:lnTo>
                    <a:pt x="329126" y="195787"/>
                  </a:lnTo>
                  <a:lnTo>
                    <a:pt x="322410" y="217178"/>
                  </a:lnTo>
                  <a:lnTo>
                    <a:pt x="305766" y="239308"/>
                  </a:lnTo>
                  <a:lnTo>
                    <a:pt x="278955" y="262631"/>
                  </a:lnTo>
                  <a:lnTo>
                    <a:pt x="242364" y="289560"/>
                  </a:lnTo>
                  <a:lnTo>
                    <a:pt x="353404" y="28956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541111" y="5527548"/>
              <a:ext cx="27438" cy="115824"/>
            </a:xfrm>
            <a:custGeom>
              <a:avLst/>
              <a:gdLst/>
              <a:ahLst/>
              <a:cxnLst/>
              <a:rect l="l" t="t" r="r" b="b"/>
              <a:pathLst>
                <a:path w="27438" h="115824">
                  <a:moveTo>
                    <a:pt x="0" y="115824"/>
                  </a:moveTo>
                  <a:lnTo>
                    <a:pt x="0" y="0"/>
                  </a:lnTo>
                  <a:lnTo>
                    <a:pt x="27438" y="0"/>
                  </a:lnTo>
                  <a:lnTo>
                    <a:pt x="27438" y="11582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439011" y="6439662"/>
              <a:ext cx="109752" cy="159258"/>
            </a:xfrm>
            <a:custGeom>
              <a:avLst/>
              <a:gdLst/>
              <a:ahLst/>
              <a:cxnLst/>
              <a:rect l="l" t="t" r="r" b="b"/>
              <a:pathLst>
                <a:path w="109752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2" y="43434"/>
                  </a:lnTo>
                  <a:lnTo>
                    <a:pt x="109752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439011" y="6309360"/>
              <a:ext cx="109752" cy="94107"/>
            </a:xfrm>
            <a:custGeom>
              <a:avLst/>
              <a:gdLst/>
              <a:ahLst/>
              <a:cxnLst/>
              <a:rect l="l" t="t" r="r" b="b"/>
              <a:pathLst>
                <a:path w="109752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2" y="43434"/>
                  </a:lnTo>
                  <a:lnTo>
                    <a:pt x="109752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658516" y="6439662"/>
              <a:ext cx="109753" cy="159258"/>
            </a:xfrm>
            <a:custGeom>
              <a:avLst/>
              <a:gdLst/>
              <a:ahLst/>
              <a:cxnLst/>
              <a:rect l="l" t="t" r="r" b="b"/>
              <a:pathLst>
                <a:path w="109753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1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7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Freeform 98"/>
            <p:cNvSpPr/>
            <p:nvPr/>
          </p:nvSpPr>
          <p:spPr>
            <a:xfrm>
              <a:off x="658516" y="6309360"/>
              <a:ext cx="109753" cy="94107"/>
            </a:xfrm>
            <a:custGeom>
              <a:avLst/>
              <a:gdLst/>
              <a:ahLst/>
              <a:cxnLst/>
              <a:rect l="l" t="t" r="r" b="b"/>
              <a:pathLst>
                <a:path w="109753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1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7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878022" y="6439662"/>
              <a:ext cx="109752" cy="159258"/>
            </a:xfrm>
            <a:custGeom>
              <a:avLst/>
              <a:gdLst/>
              <a:ahLst/>
              <a:cxnLst/>
              <a:rect l="l" t="t" r="r" b="b"/>
              <a:pathLst>
                <a:path w="109752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5" y="30012"/>
                  </a:lnTo>
                  <a:lnTo>
                    <a:pt x="10480" y="17904"/>
                  </a:lnTo>
                  <a:lnTo>
                    <a:pt x="22620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1" y="8295"/>
                  </a:lnTo>
                  <a:lnTo>
                    <a:pt x="99272" y="17904"/>
                  </a:lnTo>
                  <a:lnTo>
                    <a:pt x="107066" y="30012"/>
                  </a:lnTo>
                  <a:lnTo>
                    <a:pt x="109752" y="43434"/>
                  </a:lnTo>
                  <a:lnTo>
                    <a:pt x="109752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878022" y="6309360"/>
              <a:ext cx="109752" cy="94107"/>
            </a:xfrm>
            <a:custGeom>
              <a:avLst/>
              <a:gdLst/>
              <a:ahLst/>
              <a:cxnLst/>
              <a:rect l="l" t="t" r="r" b="b"/>
              <a:pathLst>
                <a:path w="109752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5" y="30012"/>
                  </a:lnTo>
                  <a:lnTo>
                    <a:pt x="10480" y="17904"/>
                  </a:lnTo>
                  <a:lnTo>
                    <a:pt x="22620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1" y="8295"/>
                  </a:lnTo>
                  <a:lnTo>
                    <a:pt x="99272" y="17904"/>
                  </a:lnTo>
                  <a:lnTo>
                    <a:pt x="107066" y="30012"/>
                  </a:lnTo>
                  <a:lnTo>
                    <a:pt x="109752" y="43434"/>
                  </a:lnTo>
                  <a:lnTo>
                    <a:pt x="109752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97527" y="6439662"/>
              <a:ext cx="109753" cy="159258"/>
            </a:xfrm>
            <a:custGeom>
              <a:avLst/>
              <a:gdLst/>
              <a:ahLst/>
              <a:cxnLst/>
              <a:rect l="l" t="t" r="r" b="b"/>
              <a:pathLst>
                <a:path w="109753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97527" y="6309360"/>
              <a:ext cx="109753" cy="94107"/>
            </a:xfrm>
            <a:custGeom>
              <a:avLst/>
              <a:gdLst/>
              <a:ahLst/>
              <a:cxnLst/>
              <a:rect l="l" t="t" r="r" b="b"/>
              <a:pathLst>
                <a:path w="109753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975549" y="6439662"/>
              <a:ext cx="109752" cy="159258"/>
            </a:xfrm>
            <a:custGeom>
              <a:avLst/>
              <a:gdLst/>
              <a:ahLst/>
              <a:cxnLst/>
              <a:rect l="l" t="t" r="r" b="b"/>
              <a:pathLst>
                <a:path w="109752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5" y="30012"/>
                  </a:lnTo>
                  <a:lnTo>
                    <a:pt x="10480" y="17904"/>
                  </a:lnTo>
                  <a:lnTo>
                    <a:pt x="22620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1" y="8295"/>
                  </a:lnTo>
                  <a:lnTo>
                    <a:pt x="99272" y="17904"/>
                  </a:lnTo>
                  <a:lnTo>
                    <a:pt x="107066" y="30012"/>
                  </a:lnTo>
                  <a:lnTo>
                    <a:pt x="109752" y="43434"/>
                  </a:lnTo>
                  <a:lnTo>
                    <a:pt x="109752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975549" y="6309360"/>
              <a:ext cx="109752" cy="94107"/>
            </a:xfrm>
            <a:custGeom>
              <a:avLst/>
              <a:gdLst/>
              <a:ahLst/>
              <a:cxnLst/>
              <a:rect l="l" t="t" r="r" b="b"/>
              <a:pathLst>
                <a:path w="109752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5" y="30012"/>
                  </a:lnTo>
                  <a:lnTo>
                    <a:pt x="10480" y="17904"/>
                  </a:lnTo>
                  <a:lnTo>
                    <a:pt x="22620" y="8295"/>
                  </a:lnTo>
                  <a:lnTo>
                    <a:pt x="37918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1" y="8295"/>
                  </a:lnTo>
                  <a:lnTo>
                    <a:pt x="99272" y="17904"/>
                  </a:lnTo>
                  <a:lnTo>
                    <a:pt x="107066" y="30012"/>
                  </a:lnTo>
                  <a:lnTo>
                    <a:pt x="109752" y="43434"/>
                  </a:lnTo>
                  <a:lnTo>
                    <a:pt x="109752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2195054" y="6439662"/>
              <a:ext cx="109753" cy="159258"/>
            </a:xfrm>
            <a:custGeom>
              <a:avLst/>
              <a:gdLst/>
              <a:ahLst/>
              <a:cxnLst/>
              <a:rect l="l" t="t" r="r" b="b"/>
              <a:pathLst>
                <a:path w="109753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2195054" y="6309360"/>
              <a:ext cx="109753" cy="94107"/>
            </a:xfrm>
            <a:custGeom>
              <a:avLst/>
              <a:gdLst/>
              <a:ahLst/>
              <a:cxnLst/>
              <a:rect l="l" t="t" r="r" b="b"/>
              <a:pathLst>
                <a:path w="109753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0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6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2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2414559" y="6439662"/>
              <a:ext cx="109753" cy="159258"/>
            </a:xfrm>
            <a:custGeom>
              <a:avLst/>
              <a:gdLst/>
              <a:ahLst/>
              <a:cxnLst/>
              <a:rect l="l" t="t" r="r" b="b"/>
              <a:pathLst>
                <a:path w="109753" h="159258">
                  <a:moveTo>
                    <a:pt x="0" y="159258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1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7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3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15925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2414559" y="6309360"/>
              <a:ext cx="109753" cy="94107"/>
            </a:xfrm>
            <a:custGeom>
              <a:avLst/>
              <a:gdLst/>
              <a:ahLst/>
              <a:cxnLst/>
              <a:rect l="l" t="t" r="r" b="b"/>
              <a:pathLst>
                <a:path w="109753" h="94107">
                  <a:moveTo>
                    <a:pt x="0" y="94107"/>
                  </a:moveTo>
                  <a:lnTo>
                    <a:pt x="0" y="43434"/>
                  </a:lnTo>
                  <a:lnTo>
                    <a:pt x="0" y="43434"/>
                  </a:lnTo>
                  <a:lnTo>
                    <a:pt x="2686" y="30012"/>
                  </a:lnTo>
                  <a:lnTo>
                    <a:pt x="10481" y="17904"/>
                  </a:lnTo>
                  <a:lnTo>
                    <a:pt x="22621" y="8295"/>
                  </a:lnTo>
                  <a:lnTo>
                    <a:pt x="37919" y="2126"/>
                  </a:lnTo>
                  <a:lnTo>
                    <a:pt x="54877" y="0"/>
                  </a:lnTo>
                  <a:lnTo>
                    <a:pt x="71834" y="2126"/>
                  </a:lnTo>
                  <a:lnTo>
                    <a:pt x="87132" y="8295"/>
                  </a:lnTo>
                  <a:lnTo>
                    <a:pt x="99273" y="17904"/>
                  </a:lnTo>
                  <a:lnTo>
                    <a:pt x="107067" y="30012"/>
                  </a:lnTo>
                  <a:lnTo>
                    <a:pt x="109753" y="43434"/>
                  </a:lnTo>
                  <a:lnTo>
                    <a:pt x="109753" y="9410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463369" y="6338316"/>
              <a:ext cx="182921" cy="318516"/>
            </a:xfrm>
            <a:custGeom>
              <a:avLst/>
              <a:gdLst/>
              <a:ahLst/>
              <a:cxnLst/>
              <a:rect l="l" t="t" r="r" b="b"/>
              <a:pathLst>
                <a:path w="182921" h="318516">
                  <a:moveTo>
                    <a:pt x="0" y="318516"/>
                  </a:moveTo>
                  <a:lnTo>
                    <a:pt x="0" y="72390"/>
                  </a:lnTo>
                  <a:lnTo>
                    <a:pt x="0" y="72390"/>
                  </a:lnTo>
                  <a:lnTo>
                    <a:pt x="4477" y="50020"/>
                  </a:lnTo>
                  <a:lnTo>
                    <a:pt x="17468" y="29840"/>
                  </a:lnTo>
                  <a:lnTo>
                    <a:pt x="37702" y="13825"/>
                  </a:lnTo>
                  <a:lnTo>
                    <a:pt x="63198" y="3543"/>
                  </a:lnTo>
                  <a:lnTo>
                    <a:pt x="91461" y="0"/>
                  </a:lnTo>
                  <a:lnTo>
                    <a:pt x="119724" y="3543"/>
                  </a:lnTo>
                  <a:lnTo>
                    <a:pt x="145220" y="13825"/>
                  </a:lnTo>
                  <a:lnTo>
                    <a:pt x="165454" y="29840"/>
                  </a:lnTo>
                  <a:lnTo>
                    <a:pt x="178445" y="50020"/>
                  </a:lnTo>
                  <a:lnTo>
                    <a:pt x="182921" y="72390"/>
                  </a:lnTo>
                  <a:lnTo>
                    <a:pt x="182921" y="31851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79235" y="6512052"/>
              <a:ext cx="951190" cy="144780"/>
            </a:xfrm>
            <a:custGeom>
              <a:avLst/>
              <a:gdLst/>
              <a:ahLst/>
              <a:cxnLst/>
              <a:rect l="l" t="t" r="r" b="b"/>
              <a:pathLst>
                <a:path w="951190" h="144780">
                  <a:moveTo>
                    <a:pt x="0" y="144780"/>
                  </a:moveTo>
                  <a:lnTo>
                    <a:pt x="292674" y="0"/>
                  </a:lnTo>
                  <a:lnTo>
                    <a:pt x="658516" y="0"/>
                  </a:lnTo>
                  <a:lnTo>
                    <a:pt x="951190" y="14478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2743817" y="6410706"/>
              <a:ext cx="274382" cy="246126"/>
            </a:xfrm>
            <a:custGeom>
              <a:avLst/>
              <a:gdLst/>
              <a:ahLst/>
              <a:cxnLst/>
              <a:rect l="l" t="t" r="r" b="b"/>
              <a:pathLst>
                <a:path w="274382" h="246126">
                  <a:moveTo>
                    <a:pt x="0" y="246126"/>
                  </a:moveTo>
                  <a:lnTo>
                    <a:pt x="0" y="0"/>
                  </a:lnTo>
                  <a:lnTo>
                    <a:pt x="274382" y="0"/>
                  </a:lnTo>
                  <a:lnTo>
                    <a:pt x="274382" y="24612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3018199" y="6208014"/>
              <a:ext cx="201213" cy="448818"/>
            </a:xfrm>
            <a:custGeom>
              <a:avLst/>
              <a:gdLst/>
              <a:ahLst/>
              <a:cxnLst/>
              <a:rect l="l" t="t" r="r" b="b"/>
              <a:pathLst>
                <a:path w="201213" h="448818">
                  <a:moveTo>
                    <a:pt x="0" y="448818"/>
                  </a:moveTo>
                  <a:lnTo>
                    <a:pt x="0" y="0"/>
                  </a:lnTo>
                  <a:lnTo>
                    <a:pt x="201213" y="0"/>
                  </a:lnTo>
                  <a:lnTo>
                    <a:pt x="201213" y="44881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3219412" y="6323838"/>
              <a:ext cx="347551" cy="332994"/>
            </a:xfrm>
            <a:custGeom>
              <a:avLst/>
              <a:gdLst/>
              <a:ahLst/>
              <a:cxnLst/>
              <a:rect l="l" t="t" r="r" b="b"/>
              <a:pathLst>
                <a:path w="347551" h="332994">
                  <a:moveTo>
                    <a:pt x="0" y="332994"/>
                  </a:moveTo>
                  <a:lnTo>
                    <a:pt x="0" y="0"/>
                  </a:lnTo>
                  <a:lnTo>
                    <a:pt x="347551" y="0"/>
                  </a:lnTo>
                  <a:lnTo>
                    <a:pt x="347551" y="33299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3566963" y="5788152"/>
              <a:ext cx="256089" cy="868680"/>
            </a:xfrm>
            <a:custGeom>
              <a:avLst/>
              <a:gdLst/>
              <a:ahLst/>
              <a:cxnLst/>
              <a:rect l="l" t="t" r="r" b="b"/>
              <a:pathLst>
                <a:path w="256089" h="868680">
                  <a:moveTo>
                    <a:pt x="0" y="868680"/>
                  </a:moveTo>
                  <a:lnTo>
                    <a:pt x="0" y="0"/>
                  </a:lnTo>
                  <a:lnTo>
                    <a:pt x="256089" y="0"/>
                  </a:lnTo>
                  <a:lnTo>
                    <a:pt x="256089" y="86868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3603547" y="5672328"/>
              <a:ext cx="182921" cy="984504"/>
            </a:xfrm>
            <a:custGeom>
              <a:avLst/>
              <a:gdLst/>
              <a:ahLst/>
              <a:cxnLst/>
              <a:rect l="l" t="t" r="r" b="b"/>
              <a:pathLst>
                <a:path w="182921" h="984504">
                  <a:moveTo>
                    <a:pt x="0" y="984504"/>
                  </a:moveTo>
                  <a:lnTo>
                    <a:pt x="0" y="0"/>
                  </a:lnTo>
                  <a:lnTo>
                    <a:pt x="182921" y="0"/>
                  </a:lnTo>
                  <a:lnTo>
                    <a:pt x="182921" y="98450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3823052" y="6367272"/>
              <a:ext cx="201213" cy="289560"/>
            </a:xfrm>
            <a:custGeom>
              <a:avLst/>
              <a:gdLst/>
              <a:ahLst/>
              <a:cxnLst/>
              <a:rect l="l" t="t" r="r" b="b"/>
              <a:pathLst>
                <a:path w="201213" h="289560">
                  <a:moveTo>
                    <a:pt x="0" y="289560"/>
                  </a:moveTo>
                  <a:lnTo>
                    <a:pt x="0" y="0"/>
                  </a:lnTo>
                  <a:lnTo>
                    <a:pt x="201213" y="0"/>
                  </a:lnTo>
                  <a:lnTo>
                    <a:pt x="201213" y="28956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3681288" y="5498592"/>
              <a:ext cx="27438" cy="173736"/>
            </a:xfrm>
            <a:custGeom>
              <a:avLst/>
              <a:gdLst/>
              <a:ahLst/>
              <a:cxnLst/>
              <a:rect l="l" t="t" r="r" b="b"/>
              <a:pathLst>
                <a:path w="27438" h="173736">
                  <a:moveTo>
                    <a:pt x="0" y="173736"/>
                  </a:moveTo>
                  <a:lnTo>
                    <a:pt x="0" y="0"/>
                  </a:lnTo>
                  <a:lnTo>
                    <a:pt x="27438" y="0"/>
                  </a:lnTo>
                  <a:lnTo>
                    <a:pt x="27438" y="17373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4024265" y="6410706"/>
              <a:ext cx="2560897" cy="246126"/>
            </a:xfrm>
            <a:custGeom>
              <a:avLst/>
              <a:gdLst/>
              <a:ahLst/>
              <a:cxnLst/>
              <a:rect l="l" t="t" r="r" b="b"/>
              <a:pathLst>
                <a:path w="2560897" h="246126">
                  <a:moveTo>
                    <a:pt x="0" y="246126"/>
                  </a:moveTo>
                  <a:lnTo>
                    <a:pt x="0" y="0"/>
                  </a:lnTo>
                  <a:lnTo>
                    <a:pt x="2560897" y="0"/>
                  </a:lnTo>
                  <a:lnTo>
                    <a:pt x="2560897" y="24612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4134018" y="5990844"/>
              <a:ext cx="310966" cy="665988"/>
            </a:xfrm>
            <a:custGeom>
              <a:avLst/>
              <a:gdLst/>
              <a:ahLst/>
              <a:cxnLst/>
              <a:rect l="l" t="t" r="r" b="b"/>
              <a:pathLst>
                <a:path w="310966" h="665988">
                  <a:moveTo>
                    <a:pt x="0" y="665988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66598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4134018" y="5940171"/>
              <a:ext cx="310966" cy="50673"/>
            </a:xfrm>
            <a:custGeom>
              <a:avLst/>
              <a:gdLst/>
              <a:ahLst/>
              <a:cxnLst/>
              <a:rect l="l" t="t" r="r" b="b"/>
              <a:pathLst>
                <a:path w="310966" h="50673">
                  <a:moveTo>
                    <a:pt x="0" y="50673"/>
                  </a:moveTo>
                  <a:lnTo>
                    <a:pt x="155483" y="0"/>
                  </a:lnTo>
                  <a:lnTo>
                    <a:pt x="310966" y="50673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6255904" y="5990844"/>
              <a:ext cx="310966" cy="665988"/>
            </a:xfrm>
            <a:custGeom>
              <a:avLst/>
              <a:gdLst/>
              <a:ahLst/>
              <a:cxnLst/>
              <a:rect l="l" t="t" r="r" b="b"/>
              <a:pathLst>
                <a:path w="310966" h="665988">
                  <a:moveTo>
                    <a:pt x="0" y="665988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66598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6255904" y="5940171"/>
              <a:ext cx="310966" cy="50673"/>
            </a:xfrm>
            <a:custGeom>
              <a:avLst/>
              <a:gdLst/>
              <a:ahLst/>
              <a:cxnLst/>
              <a:rect l="l" t="t" r="r" b="b"/>
              <a:pathLst>
                <a:path w="310966" h="50673">
                  <a:moveTo>
                    <a:pt x="0" y="50673"/>
                  </a:moveTo>
                  <a:lnTo>
                    <a:pt x="155483" y="0"/>
                  </a:lnTo>
                  <a:lnTo>
                    <a:pt x="310966" y="50673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4499860" y="5802630"/>
              <a:ext cx="548764" cy="854202"/>
            </a:xfrm>
            <a:custGeom>
              <a:avLst/>
              <a:gdLst/>
              <a:ahLst/>
              <a:cxnLst/>
              <a:rect l="l" t="t" r="r" b="b"/>
              <a:pathLst>
                <a:path w="548764" h="854202">
                  <a:moveTo>
                    <a:pt x="0" y="854202"/>
                  </a:moveTo>
                  <a:lnTo>
                    <a:pt x="0" y="0"/>
                  </a:lnTo>
                  <a:lnTo>
                    <a:pt x="548764" y="0"/>
                  </a:lnTo>
                  <a:lnTo>
                    <a:pt x="548764" y="85420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5633972" y="5802630"/>
              <a:ext cx="567055" cy="854202"/>
            </a:xfrm>
            <a:custGeom>
              <a:avLst/>
              <a:gdLst/>
              <a:ahLst/>
              <a:cxnLst/>
              <a:rect l="l" t="t" r="r" b="b"/>
              <a:pathLst>
                <a:path w="567055" h="854202">
                  <a:moveTo>
                    <a:pt x="0" y="854202"/>
                  </a:moveTo>
                  <a:lnTo>
                    <a:pt x="0" y="0"/>
                  </a:lnTo>
                  <a:lnTo>
                    <a:pt x="567055" y="0"/>
                  </a:lnTo>
                  <a:lnTo>
                    <a:pt x="567055" y="85420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5012040" y="5498592"/>
              <a:ext cx="658516" cy="1158240"/>
            </a:xfrm>
            <a:custGeom>
              <a:avLst/>
              <a:gdLst/>
              <a:ahLst/>
              <a:cxnLst/>
              <a:rect l="l" t="t" r="r" b="b"/>
              <a:pathLst>
                <a:path w="658516" h="1158240">
                  <a:moveTo>
                    <a:pt x="0" y="1158240"/>
                  </a:moveTo>
                  <a:lnTo>
                    <a:pt x="0" y="72390"/>
                  </a:lnTo>
                  <a:lnTo>
                    <a:pt x="91460" y="0"/>
                  </a:lnTo>
                  <a:lnTo>
                    <a:pt x="567055" y="0"/>
                  </a:lnTo>
                  <a:lnTo>
                    <a:pt x="658516" y="72390"/>
                  </a:lnTo>
                  <a:lnTo>
                    <a:pt x="658516" y="115824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5167523" y="5751957"/>
              <a:ext cx="347550" cy="275082"/>
            </a:xfrm>
            <a:custGeom>
              <a:avLst/>
              <a:gdLst/>
              <a:ahLst/>
              <a:cxnLst/>
              <a:rect l="l" t="t" r="r" b="b"/>
              <a:pathLst>
                <a:path w="347550" h="275082">
                  <a:moveTo>
                    <a:pt x="347550" y="137541"/>
                  </a:moveTo>
                  <a:lnTo>
                    <a:pt x="343193" y="106935"/>
                  </a:lnTo>
                  <a:lnTo>
                    <a:pt x="330341" y="77864"/>
                  </a:lnTo>
                  <a:lnTo>
                    <a:pt x="309638" y="51786"/>
                  </a:lnTo>
                  <a:lnTo>
                    <a:pt x="282122" y="30007"/>
                  </a:lnTo>
                  <a:lnTo>
                    <a:pt x="249173" y="13621"/>
                  </a:lnTo>
                  <a:lnTo>
                    <a:pt x="212443" y="3448"/>
                  </a:lnTo>
                  <a:lnTo>
                    <a:pt x="173775" y="0"/>
                  </a:lnTo>
                  <a:lnTo>
                    <a:pt x="135106" y="3448"/>
                  </a:lnTo>
                  <a:lnTo>
                    <a:pt x="98377" y="13621"/>
                  </a:lnTo>
                  <a:lnTo>
                    <a:pt x="65428" y="30007"/>
                  </a:lnTo>
                  <a:lnTo>
                    <a:pt x="37912" y="51786"/>
                  </a:lnTo>
                  <a:lnTo>
                    <a:pt x="17209" y="77864"/>
                  </a:lnTo>
                  <a:lnTo>
                    <a:pt x="4357" y="106935"/>
                  </a:lnTo>
                  <a:lnTo>
                    <a:pt x="0" y="137541"/>
                  </a:lnTo>
                  <a:lnTo>
                    <a:pt x="4357" y="168147"/>
                  </a:lnTo>
                  <a:lnTo>
                    <a:pt x="17209" y="197218"/>
                  </a:lnTo>
                  <a:lnTo>
                    <a:pt x="37912" y="223296"/>
                  </a:lnTo>
                  <a:lnTo>
                    <a:pt x="65428" y="245075"/>
                  </a:lnTo>
                  <a:lnTo>
                    <a:pt x="98377" y="261461"/>
                  </a:lnTo>
                  <a:lnTo>
                    <a:pt x="135106" y="271634"/>
                  </a:lnTo>
                  <a:lnTo>
                    <a:pt x="173775" y="275082"/>
                  </a:lnTo>
                  <a:lnTo>
                    <a:pt x="212443" y="271634"/>
                  </a:lnTo>
                  <a:lnTo>
                    <a:pt x="249173" y="261461"/>
                  </a:lnTo>
                  <a:lnTo>
                    <a:pt x="282122" y="245075"/>
                  </a:lnTo>
                  <a:lnTo>
                    <a:pt x="309638" y="223296"/>
                  </a:lnTo>
                  <a:lnTo>
                    <a:pt x="330341" y="197218"/>
                  </a:lnTo>
                  <a:lnTo>
                    <a:pt x="343193" y="16814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4591321" y="5990844"/>
              <a:ext cx="365842" cy="304038"/>
            </a:xfrm>
            <a:custGeom>
              <a:avLst/>
              <a:gdLst/>
              <a:ahLst/>
              <a:cxnLst/>
              <a:rect l="l" t="t" r="r" b="b"/>
              <a:pathLst>
                <a:path w="365842" h="304038">
                  <a:moveTo>
                    <a:pt x="0" y="304038"/>
                  </a:moveTo>
                  <a:lnTo>
                    <a:pt x="182921" y="0"/>
                  </a:lnTo>
                  <a:lnTo>
                    <a:pt x="365842" y="30403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Freeform 128"/>
            <p:cNvSpPr/>
            <p:nvPr/>
          </p:nvSpPr>
          <p:spPr>
            <a:xfrm>
              <a:off x="5725432" y="5990844"/>
              <a:ext cx="384135" cy="304038"/>
            </a:xfrm>
            <a:custGeom>
              <a:avLst/>
              <a:gdLst/>
              <a:ahLst/>
              <a:cxnLst/>
              <a:rect l="l" t="t" r="r" b="b"/>
              <a:pathLst>
                <a:path w="384135" h="304038">
                  <a:moveTo>
                    <a:pt x="0" y="304038"/>
                  </a:moveTo>
                  <a:lnTo>
                    <a:pt x="192067" y="0"/>
                  </a:lnTo>
                  <a:lnTo>
                    <a:pt x="384135" y="30403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Freeform 129"/>
            <p:cNvSpPr/>
            <p:nvPr/>
          </p:nvSpPr>
          <p:spPr>
            <a:xfrm>
              <a:off x="4225479" y="6121146"/>
              <a:ext cx="128045" cy="217170"/>
            </a:xfrm>
            <a:custGeom>
              <a:avLst/>
              <a:gdLst/>
              <a:ahLst/>
              <a:cxnLst/>
              <a:rect l="l" t="t" r="r" b="b"/>
              <a:pathLst>
                <a:path w="128045" h="217170">
                  <a:moveTo>
                    <a:pt x="0" y="217170"/>
                  </a:moveTo>
                  <a:lnTo>
                    <a:pt x="0" y="0"/>
                  </a:lnTo>
                  <a:lnTo>
                    <a:pt x="128045" y="0"/>
                  </a:lnTo>
                  <a:lnTo>
                    <a:pt x="128045" y="21717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6347364" y="6121146"/>
              <a:ext cx="128045" cy="217170"/>
            </a:xfrm>
            <a:custGeom>
              <a:avLst/>
              <a:gdLst/>
              <a:ahLst/>
              <a:cxnLst/>
              <a:rect l="l" t="t" r="r" b="b"/>
              <a:pathLst>
                <a:path w="128045" h="217170">
                  <a:moveTo>
                    <a:pt x="0" y="217170"/>
                  </a:moveTo>
                  <a:lnTo>
                    <a:pt x="0" y="0"/>
                  </a:lnTo>
                  <a:lnTo>
                    <a:pt x="128045" y="0"/>
                  </a:lnTo>
                  <a:lnTo>
                    <a:pt x="128045" y="21717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5176669" y="6280404"/>
              <a:ext cx="329258" cy="376428"/>
            </a:xfrm>
            <a:custGeom>
              <a:avLst/>
              <a:gdLst/>
              <a:ahLst/>
              <a:cxnLst/>
              <a:rect l="l" t="t" r="r" b="b"/>
              <a:pathLst>
                <a:path w="329258" h="376428">
                  <a:moveTo>
                    <a:pt x="0" y="376428"/>
                  </a:moveTo>
                  <a:lnTo>
                    <a:pt x="0" y="130302"/>
                  </a:lnTo>
                  <a:lnTo>
                    <a:pt x="0" y="130302"/>
                  </a:lnTo>
                  <a:lnTo>
                    <a:pt x="5609" y="96577"/>
                  </a:lnTo>
                  <a:lnTo>
                    <a:pt x="22056" y="65151"/>
                  </a:lnTo>
                  <a:lnTo>
                    <a:pt x="48219" y="38165"/>
                  </a:lnTo>
                  <a:lnTo>
                    <a:pt x="82314" y="17457"/>
                  </a:lnTo>
                  <a:lnTo>
                    <a:pt x="122020" y="4440"/>
                  </a:lnTo>
                  <a:lnTo>
                    <a:pt x="164629" y="0"/>
                  </a:lnTo>
                  <a:lnTo>
                    <a:pt x="207238" y="4440"/>
                  </a:lnTo>
                  <a:lnTo>
                    <a:pt x="246943" y="17457"/>
                  </a:lnTo>
                  <a:lnTo>
                    <a:pt x="281039" y="38165"/>
                  </a:lnTo>
                  <a:lnTo>
                    <a:pt x="307202" y="65151"/>
                  </a:lnTo>
                  <a:lnTo>
                    <a:pt x="323648" y="96577"/>
                  </a:lnTo>
                  <a:lnTo>
                    <a:pt x="329258" y="130302"/>
                  </a:lnTo>
                  <a:lnTo>
                    <a:pt x="329258" y="376428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6804667" y="6591681"/>
              <a:ext cx="1573122" cy="65151"/>
            </a:xfrm>
            <a:custGeom>
              <a:avLst/>
              <a:gdLst/>
              <a:ahLst/>
              <a:cxnLst/>
              <a:rect l="l" t="t" r="r" b="b"/>
              <a:pathLst>
                <a:path w="1573122" h="65151">
                  <a:moveTo>
                    <a:pt x="0" y="65151"/>
                  </a:moveTo>
                  <a:lnTo>
                    <a:pt x="0" y="0"/>
                  </a:lnTo>
                  <a:lnTo>
                    <a:pt x="1573122" y="0"/>
                  </a:lnTo>
                  <a:lnTo>
                    <a:pt x="1573122" y="65151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6932712" y="6526530"/>
              <a:ext cx="1317032" cy="130302"/>
            </a:xfrm>
            <a:custGeom>
              <a:avLst/>
              <a:gdLst/>
              <a:ahLst/>
              <a:cxnLst/>
              <a:rect l="l" t="t" r="r" b="b"/>
              <a:pathLst>
                <a:path w="1317032" h="130302">
                  <a:moveTo>
                    <a:pt x="0" y="130302"/>
                  </a:moveTo>
                  <a:lnTo>
                    <a:pt x="0" y="0"/>
                  </a:lnTo>
                  <a:lnTo>
                    <a:pt x="1317032" y="0"/>
                  </a:lnTo>
                  <a:lnTo>
                    <a:pt x="1317032" y="13030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7042465" y="6048756"/>
              <a:ext cx="100606" cy="477774"/>
            </a:xfrm>
            <a:custGeom>
              <a:avLst/>
              <a:gdLst/>
              <a:ahLst/>
              <a:cxnLst/>
              <a:rect l="l" t="t" r="r" b="b"/>
              <a:pathLst>
                <a:path w="100606" h="477774">
                  <a:moveTo>
                    <a:pt x="0" y="477774"/>
                  </a:moveTo>
                  <a:lnTo>
                    <a:pt x="0" y="0"/>
                  </a:lnTo>
                  <a:lnTo>
                    <a:pt x="100606" y="0"/>
                  </a:lnTo>
                  <a:lnTo>
                    <a:pt x="100606" y="47777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7074476" y="6106668"/>
              <a:ext cx="36584" cy="361950"/>
            </a:xfrm>
            <a:custGeom>
              <a:avLst/>
              <a:gdLst/>
              <a:ahLst/>
              <a:cxnLst/>
              <a:rect l="l" t="t" r="r" b="b"/>
              <a:pathLst>
                <a:path w="36584" h="361950">
                  <a:moveTo>
                    <a:pt x="0" y="361950"/>
                  </a:moveTo>
                  <a:lnTo>
                    <a:pt x="0" y="0"/>
                  </a:lnTo>
                  <a:lnTo>
                    <a:pt x="36584" y="0"/>
                  </a:lnTo>
                  <a:lnTo>
                    <a:pt x="36584" y="36195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7225386" y="5875020"/>
              <a:ext cx="109752" cy="651510"/>
            </a:xfrm>
            <a:custGeom>
              <a:avLst/>
              <a:gdLst/>
              <a:ahLst/>
              <a:cxnLst/>
              <a:rect l="l" t="t" r="r" b="b"/>
              <a:pathLst>
                <a:path w="109752" h="651510">
                  <a:moveTo>
                    <a:pt x="0" y="651510"/>
                  </a:moveTo>
                  <a:lnTo>
                    <a:pt x="0" y="0"/>
                  </a:lnTo>
                  <a:lnTo>
                    <a:pt x="109752" y="0"/>
                  </a:lnTo>
                  <a:lnTo>
                    <a:pt x="109752" y="65151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7257397" y="5932932"/>
              <a:ext cx="45730" cy="535686"/>
            </a:xfrm>
            <a:custGeom>
              <a:avLst/>
              <a:gdLst/>
              <a:ahLst/>
              <a:cxnLst/>
              <a:rect l="l" t="t" r="r" b="b"/>
              <a:pathLst>
                <a:path w="45730" h="535686">
                  <a:moveTo>
                    <a:pt x="0" y="535686"/>
                  </a:moveTo>
                  <a:lnTo>
                    <a:pt x="0" y="0"/>
                  </a:lnTo>
                  <a:lnTo>
                    <a:pt x="45730" y="0"/>
                  </a:lnTo>
                  <a:lnTo>
                    <a:pt x="45730" y="53568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7847318" y="5875020"/>
              <a:ext cx="109752" cy="651510"/>
            </a:xfrm>
            <a:custGeom>
              <a:avLst/>
              <a:gdLst/>
              <a:ahLst/>
              <a:cxnLst/>
              <a:rect l="l" t="t" r="r" b="b"/>
              <a:pathLst>
                <a:path w="109752" h="651510">
                  <a:moveTo>
                    <a:pt x="0" y="651510"/>
                  </a:moveTo>
                  <a:lnTo>
                    <a:pt x="0" y="0"/>
                  </a:lnTo>
                  <a:lnTo>
                    <a:pt x="109752" y="0"/>
                  </a:lnTo>
                  <a:lnTo>
                    <a:pt x="109752" y="65151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7879329" y="5932932"/>
              <a:ext cx="45730" cy="535686"/>
            </a:xfrm>
            <a:custGeom>
              <a:avLst/>
              <a:gdLst/>
              <a:ahLst/>
              <a:cxnLst/>
              <a:rect l="l" t="t" r="r" b="b"/>
              <a:pathLst>
                <a:path w="45730" h="535686">
                  <a:moveTo>
                    <a:pt x="0" y="535686"/>
                  </a:moveTo>
                  <a:lnTo>
                    <a:pt x="0" y="0"/>
                  </a:lnTo>
                  <a:lnTo>
                    <a:pt x="45730" y="0"/>
                  </a:lnTo>
                  <a:lnTo>
                    <a:pt x="45730" y="53568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8039385" y="6048756"/>
              <a:ext cx="100607" cy="477774"/>
            </a:xfrm>
            <a:custGeom>
              <a:avLst/>
              <a:gdLst/>
              <a:ahLst/>
              <a:cxnLst/>
              <a:rect l="l" t="t" r="r" b="b"/>
              <a:pathLst>
                <a:path w="100607" h="477774">
                  <a:moveTo>
                    <a:pt x="0" y="477774"/>
                  </a:moveTo>
                  <a:lnTo>
                    <a:pt x="0" y="0"/>
                  </a:lnTo>
                  <a:lnTo>
                    <a:pt x="100607" y="0"/>
                  </a:lnTo>
                  <a:lnTo>
                    <a:pt x="100607" y="47777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8071396" y="6106668"/>
              <a:ext cx="36584" cy="361950"/>
            </a:xfrm>
            <a:custGeom>
              <a:avLst/>
              <a:gdLst/>
              <a:ahLst/>
              <a:cxnLst/>
              <a:rect l="l" t="t" r="r" b="b"/>
              <a:pathLst>
                <a:path w="36584" h="361950">
                  <a:moveTo>
                    <a:pt x="0" y="361950"/>
                  </a:moveTo>
                  <a:lnTo>
                    <a:pt x="0" y="0"/>
                  </a:lnTo>
                  <a:lnTo>
                    <a:pt x="36584" y="0"/>
                  </a:lnTo>
                  <a:lnTo>
                    <a:pt x="36584" y="361950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7444891" y="5701284"/>
              <a:ext cx="54876" cy="825246"/>
            </a:xfrm>
            <a:custGeom>
              <a:avLst/>
              <a:gdLst/>
              <a:ahLst/>
              <a:cxnLst/>
              <a:rect l="l" t="t" r="r" b="b"/>
              <a:pathLst>
                <a:path w="54876" h="825246">
                  <a:moveTo>
                    <a:pt x="0" y="825246"/>
                  </a:moveTo>
                  <a:lnTo>
                    <a:pt x="0" y="0"/>
                  </a:lnTo>
                  <a:lnTo>
                    <a:pt x="54876" y="0"/>
                  </a:lnTo>
                  <a:lnTo>
                    <a:pt x="54876" y="82524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Freeform 143"/>
            <p:cNvSpPr/>
            <p:nvPr/>
          </p:nvSpPr>
          <p:spPr>
            <a:xfrm>
              <a:off x="7682689" y="5701284"/>
              <a:ext cx="54876" cy="825246"/>
            </a:xfrm>
            <a:custGeom>
              <a:avLst/>
              <a:gdLst/>
              <a:ahLst/>
              <a:cxnLst/>
              <a:rect l="l" t="t" r="r" b="b"/>
              <a:pathLst>
                <a:path w="54876" h="825246">
                  <a:moveTo>
                    <a:pt x="0" y="825246"/>
                  </a:moveTo>
                  <a:lnTo>
                    <a:pt x="0" y="0"/>
                  </a:lnTo>
                  <a:lnTo>
                    <a:pt x="54876" y="0"/>
                  </a:lnTo>
                  <a:lnTo>
                    <a:pt x="54876" y="82524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Freeform 144"/>
            <p:cNvSpPr/>
            <p:nvPr/>
          </p:nvSpPr>
          <p:spPr>
            <a:xfrm>
              <a:off x="7444891" y="6258687"/>
              <a:ext cx="292674" cy="21717"/>
            </a:xfrm>
            <a:custGeom>
              <a:avLst/>
              <a:gdLst/>
              <a:ahLst/>
              <a:cxnLst/>
              <a:rect l="l" t="t" r="r" b="b"/>
              <a:pathLst>
                <a:path w="292674" h="21717">
                  <a:moveTo>
                    <a:pt x="0" y="21717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1717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7444891" y="6041517"/>
              <a:ext cx="292674" cy="21717"/>
            </a:xfrm>
            <a:custGeom>
              <a:avLst/>
              <a:gdLst/>
              <a:ahLst/>
              <a:cxnLst/>
              <a:rect l="l" t="t" r="r" b="b"/>
              <a:pathLst>
                <a:path w="292674" h="21717">
                  <a:moveTo>
                    <a:pt x="0" y="21717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1717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7444891" y="5824347"/>
              <a:ext cx="292674" cy="21717"/>
            </a:xfrm>
            <a:custGeom>
              <a:avLst/>
              <a:gdLst/>
              <a:ahLst/>
              <a:cxnLst/>
              <a:rect l="l" t="t" r="r" b="b"/>
              <a:pathLst>
                <a:path w="292674" h="21717">
                  <a:moveTo>
                    <a:pt x="0" y="21717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1717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7335138" y="5455158"/>
              <a:ext cx="402427" cy="275082"/>
            </a:xfrm>
            <a:custGeom>
              <a:avLst/>
              <a:gdLst/>
              <a:ahLst/>
              <a:cxnLst/>
              <a:rect l="l" t="t" r="r" b="b"/>
              <a:pathLst>
                <a:path w="402427" h="275082">
                  <a:moveTo>
                    <a:pt x="109753" y="275082"/>
                  </a:moveTo>
                  <a:lnTo>
                    <a:pt x="402427" y="275082"/>
                  </a:lnTo>
                  <a:lnTo>
                    <a:pt x="310966" y="0"/>
                  </a:lnTo>
                  <a:lnTo>
                    <a:pt x="0" y="0"/>
                  </a:lnTo>
                  <a:lnTo>
                    <a:pt x="0" y="43434"/>
                  </a:lnTo>
                  <a:lnTo>
                    <a:pt x="274382" y="43434"/>
                  </a:lnTo>
                  <a:lnTo>
                    <a:pt x="347551" y="231648"/>
                  </a:lnTo>
                  <a:lnTo>
                    <a:pt x="109753" y="23164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8377789" y="6454140"/>
              <a:ext cx="310966" cy="202692"/>
            </a:xfrm>
            <a:custGeom>
              <a:avLst/>
              <a:gdLst/>
              <a:ahLst/>
              <a:cxnLst/>
              <a:rect l="l" t="t" r="r" b="b"/>
              <a:pathLst>
                <a:path w="310966" h="202692">
                  <a:moveTo>
                    <a:pt x="0" y="202692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0269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8505834" y="6121146"/>
              <a:ext cx="146337" cy="535686"/>
            </a:xfrm>
            <a:custGeom>
              <a:avLst/>
              <a:gdLst/>
              <a:ahLst/>
              <a:cxnLst/>
              <a:rect l="l" t="t" r="r" b="b"/>
              <a:pathLst>
                <a:path w="146337" h="535686">
                  <a:moveTo>
                    <a:pt x="0" y="535686"/>
                  </a:moveTo>
                  <a:lnTo>
                    <a:pt x="0" y="0"/>
                  </a:lnTo>
                  <a:lnTo>
                    <a:pt x="146337" y="0"/>
                  </a:lnTo>
                  <a:lnTo>
                    <a:pt x="146337" y="53568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9694821" y="6338316"/>
              <a:ext cx="146337" cy="318516"/>
            </a:xfrm>
            <a:custGeom>
              <a:avLst/>
              <a:gdLst/>
              <a:ahLst/>
              <a:cxnLst/>
              <a:rect l="l" t="t" r="r" b="b"/>
              <a:pathLst>
                <a:path w="146337" h="318516">
                  <a:moveTo>
                    <a:pt x="0" y="318516"/>
                  </a:moveTo>
                  <a:lnTo>
                    <a:pt x="0" y="0"/>
                  </a:lnTo>
                  <a:lnTo>
                    <a:pt x="146337" y="0"/>
                  </a:lnTo>
                  <a:lnTo>
                    <a:pt x="146337" y="31851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8670463" y="6497574"/>
              <a:ext cx="1042651" cy="159258"/>
            </a:xfrm>
            <a:custGeom>
              <a:avLst/>
              <a:gdLst/>
              <a:ahLst/>
              <a:cxnLst/>
              <a:rect l="l" t="t" r="r" b="b"/>
              <a:pathLst>
                <a:path w="1042651" h="159258">
                  <a:moveTo>
                    <a:pt x="0" y="159258"/>
                  </a:moveTo>
                  <a:lnTo>
                    <a:pt x="0" y="0"/>
                  </a:lnTo>
                  <a:lnTo>
                    <a:pt x="1042651" y="0"/>
                  </a:lnTo>
                  <a:lnTo>
                    <a:pt x="1042651" y="15925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8780216" y="5903976"/>
              <a:ext cx="823145" cy="593598"/>
            </a:xfrm>
            <a:custGeom>
              <a:avLst/>
              <a:gdLst/>
              <a:ahLst/>
              <a:cxnLst/>
              <a:rect l="l" t="t" r="r" b="b"/>
              <a:pathLst>
                <a:path w="823145" h="593598">
                  <a:moveTo>
                    <a:pt x="0" y="593598"/>
                  </a:moveTo>
                  <a:lnTo>
                    <a:pt x="0" y="0"/>
                  </a:lnTo>
                  <a:lnTo>
                    <a:pt x="823145" y="0"/>
                  </a:lnTo>
                  <a:lnTo>
                    <a:pt x="823145" y="59359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8734485" y="5846064"/>
              <a:ext cx="914606" cy="57912"/>
            </a:xfrm>
            <a:custGeom>
              <a:avLst/>
              <a:gdLst/>
              <a:ahLst/>
              <a:cxnLst/>
              <a:rect l="l" t="t" r="r" b="b"/>
              <a:pathLst>
                <a:path w="914606" h="57912">
                  <a:moveTo>
                    <a:pt x="0" y="57912"/>
                  </a:moveTo>
                  <a:lnTo>
                    <a:pt x="0" y="0"/>
                  </a:lnTo>
                  <a:lnTo>
                    <a:pt x="914606" y="0"/>
                  </a:lnTo>
                  <a:lnTo>
                    <a:pt x="914606" y="5791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8798508" y="5961888"/>
              <a:ext cx="786561" cy="21717"/>
            </a:xfrm>
            <a:custGeom>
              <a:avLst/>
              <a:gdLst/>
              <a:ahLst/>
              <a:cxnLst/>
              <a:rect l="l" t="t" r="r" b="b"/>
              <a:pathLst>
                <a:path w="786561" h="21717">
                  <a:moveTo>
                    <a:pt x="0" y="21717"/>
                  </a:moveTo>
                  <a:lnTo>
                    <a:pt x="0" y="0"/>
                  </a:lnTo>
                  <a:lnTo>
                    <a:pt x="786561" y="0"/>
                  </a:lnTo>
                  <a:lnTo>
                    <a:pt x="786561" y="21717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8889968" y="6222492"/>
              <a:ext cx="128045" cy="275082"/>
            </a:xfrm>
            <a:custGeom>
              <a:avLst/>
              <a:gdLst/>
              <a:ahLst/>
              <a:cxnLst/>
              <a:rect l="l" t="t" r="r" b="b"/>
              <a:pathLst>
                <a:path w="128045" h="275082">
                  <a:moveTo>
                    <a:pt x="0" y="275082"/>
                  </a:moveTo>
                  <a:lnTo>
                    <a:pt x="0" y="50673"/>
                  </a:lnTo>
                  <a:lnTo>
                    <a:pt x="0" y="50673"/>
                  </a:lnTo>
                  <a:lnTo>
                    <a:pt x="3134" y="35014"/>
                  </a:lnTo>
                  <a:lnTo>
                    <a:pt x="12227" y="20888"/>
                  </a:lnTo>
                  <a:lnTo>
                    <a:pt x="26391" y="9678"/>
                  </a:lnTo>
                  <a:lnTo>
                    <a:pt x="44239" y="2480"/>
                  </a:lnTo>
                  <a:lnTo>
                    <a:pt x="64023" y="0"/>
                  </a:lnTo>
                  <a:lnTo>
                    <a:pt x="83807" y="2480"/>
                  </a:lnTo>
                  <a:lnTo>
                    <a:pt x="101654" y="9678"/>
                  </a:lnTo>
                  <a:lnTo>
                    <a:pt x="115818" y="20888"/>
                  </a:lnTo>
                  <a:lnTo>
                    <a:pt x="124912" y="35014"/>
                  </a:lnTo>
                  <a:lnTo>
                    <a:pt x="128045" y="50673"/>
                  </a:lnTo>
                  <a:lnTo>
                    <a:pt x="128045" y="275082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9127766" y="6222492"/>
              <a:ext cx="128045" cy="275082"/>
            </a:xfrm>
            <a:custGeom>
              <a:avLst/>
              <a:gdLst/>
              <a:ahLst/>
              <a:cxnLst/>
              <a:rect l="l" t="t" r="r" b="b"/>
              <a:pathLst>
                <a:path w="128045" h="275082">
                  <a:moveTo>
                    <a:pt x="0" y="275082"/>
                  </a:moveTo>
                  <a:lnTo>
                    <a:pt x="0" y="50673"/>
                  </a:lnTo>
                  <a:lnTo>
                    <a:pt x="0" y="50673"/>
                  </a:lnTo>
                  <a:lnTo>
                    <a:pt x="3133" y="35014"/>
                  </a:lnTo>
                  <a:lnTo>
                    <a:pt x="12227" y="20888"/>
                  </a:lnTo>
                  <a:lnTo>
                    <a:pt x="26391" y="9678"/>
                  </a:lnTo>
                  <a:lnTo>
                    <a:pt x="44238" y="2480"/>
                  </a:lnTo>
                  <a:lnTo>
                    <a:pt x="64022" y="0"/>
                  </a:lnTo>
                  <a:lnTo>
                    <a:pt x="83806" y="2480"/>
                  </a:lnTo>
                  <a:lnTo>
                    <a:pt x="101654" y="9678"/>
                  </a:lnTo>
                  <a:lnTo>
                    <a:pt x="115817" y="20888"/>
                  </a:lnTo>
                  <a:lnTo>
                    <a:pt x="124911" y="35014"/>
                  </a:lnTo>
                  <a:lnTo>
                    <a:pt x="128045" y="50673"/>
                  </a:lnTo>
                  <a:lnTo>
                    <a:pt x="128045" y="275082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9365563" y="6222492"/>
              <a:ext cx="128045" cy="275082"/>
            </a:xfrm>
            <a:custGeom>
              <a:avLst/>
              <a:gdLst/>
              <a:ahLst/>
              <a:cxnLst/>
              <a:rect l="l" t="t" r="r" b="b"/>
              <a:pathLst>
                <a:path w="128045" h="275082">
                  <a:moveTo>
                    <a:pt x="0" y="275082"/>
                  </a:moveTo>
                  <a:lnTo>
                    <a:pt x="0" y="50673"/>
                  </a:lnTo>
                  <a:lnTo>
                    <a:pt x="0" y="50673"/>
                  </a:lnTo>
                  <a:lnTo>
                    <a:pt x="3134" y="35014"/>
                  </a:lnTo>
                  <a:lnTo>
                    <a:pt x="12227" y="20888"/>
                  </a:lnTo>
                  <a:lnTo>
                    <a:pt x="26391" y="9678"/>
                  </a:lnTo>
                  <a:lnTo>
                    <a:pt x="44239" y="2480"/>
                  </a:lnTo>
                  <a:lnTo>
                    <a:pt x="64023" y="0"/>
                  </a:lnTo>
                  <a:lnTo>
                    <a:pt x="83807" y="2480"/>
                  </a:lnTo>
                  <a:lnTo>
                    <a:pt x="101654" y="9678"/>
                  </a:lnTo>
                  <a:lnTo>
                    <a:pt x="115818" y="20888"/>
                  </a:lnTo>
                  <a:lnTo>
                    <a:pt x="124912" y="35014"/>
                  </a:lnTo>
                  <a:lnTo>
                    <a:pt x="128045" y="50673"/>
                  </a:lnTo>
                  <a:lnTo>
                    <a:pt x="128045" y="275082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9178069" y="5759196"/>
              <a:ext cx="27438" cy="86868"/>
            </a:xfrm>
            <a:custGeom>
              <a:avLst/>
              <a:gdLst/>
              <a:ahLst/>
              <a:cxnLst/>
              <a:rect l="l" t="t" r="r" b="b"/>
              <a:pathLst>
                <a:path w="27438" h="86868">
                  <a:moveTo>
                    <a:pt x="0" y="86868"/>
                  </a:moveTo>
                  <a:lnTo>
                    <a:pt x="0" y="0"/>
                  </a:lnTo>
                  <a:lnTo>
                    <a:pt x="27438" y="0"/>
                  </a:lnTo>
                  <a:lnTo>
                    <a:pt x="27438" y="86868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9859450" y="5107686"/>
              <a:ext cx="310966" cy="1549146"/>
            </a:xfrm>
            <a:custGeom>
              <a:avLst/>
              <a:gdLst/>
              <a:ahLst/>
              <a:cxnLst/>
              <a:rect l="l" t="t" r="r" b="b"/>
              <a:pathLst>
                <a:path w="310966" h="1549146">
                  <a:moveTo>
                    <a:pt x="0" y="154914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154914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10001214" y="4861560"/>
              <a:ext cx="27439" cy="246126"/>
            </a:xfrm>
            <a:custGeom>
              <a:avLst/>
              <a:gdLst/>
              <a:ahLst/>
              <a:cxnLst/>
              <a:rect l="l" t="t" r="r" b="b"/>
              <a:pathLst>
                <a:path w="27439" h="246126">
                  <a:moveTo>
                    <a:pt x="0" y="246126"/>
                  </a:moveTo>
                  <a:lnTo>
                    <a:pt x="0" y="0"/>
                  </a:lnTo>
                  <a:lnTo>
                    <a:pt x="27439" y="0"/>
                  </a:lnTo>
                  <a:lnTo>
                    <a:pt x="27439" y="24612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9905181" y="6512052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9905181" y="6352794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9905181" y="6193536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Freeform 164"/>
            <p:cNvSpPr/>
            <p:nvPr/>
          </p:nvSpPr>
          <p:spPr>
            <a:xfrm>
              <a:off x="9905181" y="6034278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9905181" y="5875020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Freeform 166"/>
            <p:cNvSpPr/>
            <p:nvPr/>
          </p:nvSpPr>
          <p:spPr>
            <a:xfrm>
              <a:off x="9905181" y="5715762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9905181" y="5556504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Freeform 168"/>
            <p:cNvSpPr/>
            <p:nvPr/>
          </p:nvSpPr>
          <p:spPr>
            <a:xfrm>
              <a:off x="9905181" y="5397246"/>
              <a:ext cx="219505" cy="28956"/>
            </a:xfrm>
            <a:custGeom>
              <a:avLst/>
              <a:gdLst/>
              <a:ahLst/>
              <a:cxnLst/>
              <a:rect l="l" t="t" r="r" b="b"/>
              <a:pathLst>
                <a:path w="219505" h="28956">
                  <a:moveTo>
                    <a:pt x="0" y="28956"/>
                  </a:moveTo>
                  <a:lnTo>
                    <a:pt x="0" y="0"/>
                  </a:lnTo>
                  <a:lnTo>
                    <a:pt x="219505" y="0"/>
                  </a:lnTo>
                  <a:lnTo>
                    <a:pt x="219505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Freeform 169"/>
            <p:cNvSpPr/>
            <p:nvPr/>
          </p:nvSpPr>
          <p:spPr>
            <a:xfrm>
              <a:off x="10225293" y="5440680"/>
              <a:ext cx="384134" cy="1216152"/>
            </a:xfrm>
            <a:custGeom>
              <a:avLst/>
              <a:gdLst/>
              <a:ahLst/>
              <a:cxnLst/>
              <a:rect l="l" t="t" r="r" b="b"/>
              <a:pathLst>
                <a:path w="384134" h="1216152">
                  <a:moveTo>
                    <a:pt x="0" y="1216152"/>
                  </a:moveTo>
                  <a:lnTo>
                    <a:pt x="0" y="0"/>
                  </a:lnTo>
                  <a:lnTo>
                    <a:pt x="384134" y="0"/>
                  </a:lnTo>
                  <a:lnTo>
                    <a:pt x="384134" y="121615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Freeform 170"/>
            <p:cNvSpPr/>
            <p:nvPr/>
          </p:nvSpPr>
          <p:spPr>
            <a:xfrm>
              <a:off x="10298461" y="5295900"/>
              <a:ext cx="237798" cy="1360932"/>
            </a:xfrm>
            <a:custGeom>
              <a:avLst/>
              <a:gdLst/>
              <a:ahLst/>
              <a:cxnLst/>
              <a:rect l="l" t="t" r="r" b="b"/>
              <a:pathLst>
                <a:path w="237798" h="1360932">
                  <a:moveTo>
                    <a:pt x="0" y="1360932"/>
                  </a:moveTo>
                  <a:lnTo>
                    <a:pt x="0" y="0"/>
                  </a:lnTo>
                  <a:lnTo>
                    <a:pt x="237798" y="0"/>
                  </a:lnTo>
                  <a:lnTo>
                    <a:pt x="237798" y="136093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Freeform 171"/>
            <p:cNvSpPr/>
            <p:nvPr/>
          </p:nvSpPr>
          <p:spPr>
            <a:xfrm>
              <a:off x="10271023" y="6512052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Freeform 172"/>
            <p:cNvSpPr/>
            <p:nvPr/>
          </p:nvSpPr>
          <p:spPr>
            <a:xfrm>
              <a:off x="10271023" y="6352794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Freeform 173"/>
            <p:cNvSpPr/>
            <p:nvPr/>
          </p:nvSpPr>
          <p:spPr>
            <a:xfrm>
              <a:off x="10271023" y="6193536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Freeform 174"/>
            <p:cNvSpPr/>
            <p:nvPr/>
          </p:nvSpPr>
          <p:spPr>
            <a:xfrm>
              <a:off x="10271023" y="6034278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10271023" y="5875020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10271023" y="5715762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10664304" y="5281422"/>
              <a:ext cx="256089" cy="1375410"/>
            </a:xfrm>
            <a:custGeom>
              <a:avLst/>
              <a:gdLst/>
              <a:ahLst/>
              <a:cxnLst/>
              <a:rect l="l" t="t" r="r" b="b"/>
              <a:pathLst>
                <a:path w="256089" h="1375410">
                  <a:moveTo>
                    <a:pt x="0" y="1375410"/>
                  </a:moveTo>
                  <a:lnTo>
                    <a:pt x="0" y="144780"/>
                  </a:lnTo>
                  <a:lnTo>
                    <a:pt x="256089" y="0"/>
                  </a:lnTo>
                  <a:lnTo>
                    <a:pt x="256089" y="1375410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10710034" y="6512052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10710034" y="6352794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10710034" y="6193536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10710034" y="6034278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10710034" y="5875020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10710034" y="5715762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Freeform 184"/>
            <p:cNvSpPr/>
            <p:nvPr/>
          </p:nvSpPr>
          <p:spPr>
            <a:xfrm>
              <a:off x="10710034" y="5556504"/>
              <a:ext cx="164629" cy="28956"/>
            </a:xfrm>
            <a:custGeom>
              <a:avLst/>
              <a:gdLst/>
              <a:ahLst/>
              <a:cxnLst/>
              <a:rect l="l" t="t" r="r" b="b"/>
              <a:pathLst>
                <a:path w="164629" h="28956">
                  <a:moveTo>
                    <a:pt x="0" y="28956"/>
                  </a:moveTo>
                  <a:lnTo>
                    <a:pt x="0" y="0"/>
                  </a:lnTo>
                  <a:lnTo>
                    <a:pt x="164629" y="0"/>
                  </a:lnTo>
                  <a:lnTo>
                    <a:pt x="164629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10975269" y="5599938"/>
              <a:ext cx="402427" cy="1056894"/>
            </a:xfrm>
            <a:custGeom>
              <a:avLst/>
              <a:gdLst/>
              <a:ahLst/>
              <a:cxnLst/>
              <a:rect l="l" t="t" r="r" b="b"/>
              <a:pathLst>
                <a:path w="402427" h="1056894">
                  <a:moveTo>
                    <a:pt x="0" y="1056894"/>
                  </a:moveTo>
                  <a:lnTo>
                    <a:pt x="0" y="0"/>
                  </a:lnTo>
                  <a:lnTo>
                    <a:pt x="402427" y="0"/>
                  </a:lnTo>
                  <a:lnTo>
                    <a:pt x="402427" y="105689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Freeform 186"/>
            <p:cNvSpPr/>
            <p:nvPr/>
          </p:nvSpPr>
          <p:spPr>
            <a:xfrm>
              <a:off x="11021000" y="6512052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Freeform 187"/>
            <p:cNvSpPr/>
            <p:nvPr/>
          </p:nvSpPr>
          <p:spPr>
            <a:xfrm>
              <a:off x="11021000" y="6352794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Freeform 188"/>
            <p:cNvSpPr/>
            <p:nvPr/>
          </p:nvSpPr>
          <p:spPr>
            <a:xfrm>
              <a:off x="11021000" y="6193536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11021000" y="6034278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Freeform 190"/>
            <p:cNvSpPr/>
            <p:nvPr/>
          </p:nvSpPr>
          <p:spPr>
            <a:xfrm>
              <a:off x="11021000" y="5875020"/>
              <a:ext cx="310966" cy="28956"/>
            </a:xfrm>
            <a:custGeom>
              <a:avLst/>
              <a:gdLst/>
              <a:ahLst/>
              <a:cxnLst/>
              <a:rect l="l" t="t" r="r" b="b"/>
              <a:pathLst>
                <a:path w="310966" h="28956">
                  <a:moveTo>
                    <a:pt x="0" y="28956"/>
                  </a:moveTo>
                  <a:lnTo>
                    <a:pt x="0" y="0"/>
                  </a:lnTo>
                  <a:lnTo>
                    <a:pt x="310966" y="0"/>
                  </a:lnTo>
                  <a:lnTo>
                    <a:pt x="310966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Freeform 191"/>
            <p:cNvSpPr/>
            <p:nvPr/>
          </p:nvSpPr>
          <p:spPr>
            <a:xfrm>
              <a:off x="11432572" y="4948428"/>
              <a:ext cx="384135" cy="1708404"/>
            </a:xfrm>
            <a:custGeom>
              <a:avLst/>
              <a:gdLst/>
              <a:ahLst/>
              <a:cxnLst/>
              <a:rect l="l" t="t" r="r" b="b"/>
              <a:pathLst>
                <a:path w="384135" h="1708404">
                  <a:moveTo>
                    <a:pt x="0" y="1708404"/>
                  </a:moveTo>
                  <a:lnTo>
                    <a:pt x="0" y="0"/>
                  </a:lnTo>
                  <a:lnTo>
                    <a:pt x="384135" y="0"/>
                  </a:lnTo>
                  <a:lnTo>
                    <a:pt x="384135" y="1708404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Freeform 192"/>
            <p:cNvSpPr/>
            <p:nvPr/>
          </p:nvSpPr>
          <p:spPr>
            <a:xfrm>
              <a:off x="11487449" y="4745736"/>
              <a:ext cx="274381" cy="202692"/>
            </a:xfrm>
            <a:custGeom>
              <a:avLst/>
              <a:gdLst/>
              <a:ahLst/>
              <a:cxnLst/>
              <a:rect l="l" t="t" r="r" b="b"/>
              <a:pathLst>
                <a:path w="274381" h="202692">
                  <a:moveTo>
                    <a:pt x="0" y="202692"/>
                  </a:moveTo>
                  <a:lnTo>
                    <a:pt x="0" y="101346"/>
                  </a:lnTo>
                  <a:lnTo>
                    <a:pt x="137191" y="0"/>
                  </a:lnTo>
                  <a:lnTo>
                    <a:pt x="274381" y="101346"/>
                  </a:lnTo>
                  <a:lnTo>
                    <a:pt x="274381" y="202692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Freeform 193"/>
            <p:cNvSpPr/>
            <p:nvPr/>
          </p:nvSpPr>
          <p:spPr>
            <a:xfrm>
              <a:off x="11478303" y="6512052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Freeform 194"/>
            <p:cNvSpPr/>
            <p:nvPr/>
          </p:nvSpPr>
          <p:spPr>
            <a:xfrm>
              <a:off x="11478303" y="6352794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Freeform 195"/>
            <p:cNvSpPr/>
            <p:nvPr/>
          </p:nvSpPr>
          <p:spPr>
            <a:xfrm>
              <a:off x="11478303" y="6193536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Freeform 196"/>
            <p:cNvSpPr/>
            <p:nvPr/>
          </p:nvSpPr>
          <p:spPr>
            <a:xfrm>
              <a:off x="11478303" y="6034278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Freeform 197"/>
            <p:cNvSpPr/>
            <p:nvPr/>
          </p:nvSpPr>
          <p:spPr>
            <a:xfrm>
              <a:off x="11478303" y="5875020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Freeform 198"/>
            <p:cNvSpPr/>
            <p:nvPr/>
          </p:nvSpPr>
          <p:spPr>
            <a:xfrm>
              <a:off x="11478303" y="5715762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Freeform 199"/>
            <p:cNvSpPr/>
            <p:nvPr/>
          </p:nvSpPr>
          <p:spPr>
            <a:xfrm>
              <a:off x="11478303" y="5556504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Freeform 200"/>
            <p:cNvSpPr/>
            <p:nvPr/>
          </p:nvSpPr>
          <p:spPr>
            <a:xfrm>
              <a:off x="11478303" y="5397246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Freeform 201"/>
            <p:cNvSpPr/>
            <p:nvPr/>
          </p:nvSpPr>
          <p:spPr>
            <a:xfrm>
              <a:off x="11478303" y="5237988"/>
              <a:ext cx="292674" cy="28956"/>
            </a:xfrm>
            <a:custGeom>
              <a:avLst/>
              <a:gdLst/>
              <a:ahLst/>
              <a:cxnLst/>
              <a:rect l="l" t="t" r="r" b="b"/>
              <a:pathLst>
                <a:path w="292674" h="28956">
                  <a:moveTo>
                    <a:pt x="0" y="28956"/>
                  </a:moveTo>
                  <a:lnTo>
                    <a:pt x="0" y="0"/>
                  </a:lnTo>
                  <a:lnTo>
                    <a:pt x="292674" y="0"/>
                  </a:lnTo>
                  <a:lnTo>
                    <a:pt x="292674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Freeform 202"/>
            <p:cNvSpPr/>
            <p:nvPr/>
          </p:nvSpPr>
          <p:spPr>
            <a:xfrm>
              <a:off x="11871583" y="5759196"/>
              <a:ext cx="320112" cy="897636"/>
            </a:xfrm>
            <a:custGeom>
              <a:avLst/>
              <a:gdLst/>
              <a:ahLst/>
              <a:cxnLst/>
              <a:rect l="l" t="t" r="r" b="b"/>
              <a:pathLst>
                <a:path w="320112" h="897636">
                  <a:moveTo>
                    <a:pt x="0" y="897636"/>
                  </a:moveTo>
                  <a:lnTo>
                    <a:pt x="0" y="0"/>
                  </a:lnTo>
                  <a:lnTo>
                    <a:pt x="320112" y="0"/>
                  </a:lnTo>
                  <a:lnTo>
                    <a:pt x="320112" y="897636"/>
                  </a:lnTo>
                  <a:close/>
                </a:path>
              </a:pathLst>
            </a:custGeom>
            <a:solidFill>
              <a:srgbClr val="101C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11917313" y="6512052"/>
              <a:ext cx="228652" cy="28956"/>
            </a:xfrm>
            <a:custGeom>
              <a:avLst/>
              <a:gdLst/>
              <a:ahLst/>
              <a:cxnLst/>
              <a:rect l="l" t="t" r="r" b="b"/>
              <a:pathLst>
                <a:path w="228652" h="28956">
                  <a:moveTo>
                    <a:pt x="0" y="28956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Freeform 204"/>
            <p:cNvSpPr/>
            <p:nvPr/>
          </p:nvSpPr>
          <p:spPr>
            <a:xfrm>
              <a:off x="11917313" y="6352794"/>
              <a:ext cx="228652" cy="28956"/>
            </a:xfrm>
            <a:custGeom>
              <a:avLst/>
              <a:gdLst/>
              <a:ahLst/>
              <a:cxnLst/>
              <a:rect l="l" t="t" r="r" b="b"/>
              <a:pathLst>
                <a:path w="228652" h="28956">
                  <a:moveTo>
                    <a:pt x="0" y="28956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Freeform 205"/>
            <p:cNvSpPr/>
            <p:nvPr/>
          </p:nvSpPr>
          <p:spPr>
            <a:xfrm>
              <a:off x="11917313" y="6193536"/>
              <a:ext cx="228652" cy="28956"/>
            </a:xfrm>
            <a:custGeom>
              <a:avLst/>
              <a:gdLst/>
              <a:ahLst/>
              <a:cxnLst/>
              <a:rect l="l" t="t" r="r" b="b"/>
              <a:pathLst>
                <a:path w="228652" h="28956">
                  <a:moveTo>
                    <a:pt x="0" y="28956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Freeform 206"/>
            <p:cNvSpPr/>
            <p:nvPr/>
          </p:nvSpPr>
          <p:spPr>
            <a:xfrm>
              <a:off x="11917313" y="6034278"/>
              <a:ext cx="228652" cy="28956"/>
            </a:xfrm>
            <a:custGeom>
              <a:avLst/>
              <a:gdLst/>
              <a:ahLst/>
              <a:cxnLst/>
              <a:rect l="l" t="t" r="r" b="b"/>
              <a:pathLst>
                <a:path w="228652" h="28956">
                  <a:moveTo>
                    <a:pt x="0" y="28956"/>
                  </a:moveTo>
                  <a:lnTo>
                    <a:pt x="0" y="0"/>
                  </a:lnTo>
                  <a:lnTo>
                    <a:pt x="228652" y="0"/>
                  </a:lnTo>
                  <a:lnTo>
                    <a:pt x="228652" y="28956"/>
                  </a:lnTo>
                  <a:close/>
                </a:path>
              </a:pathLst>
            </a:custGeom>
            <a:solidFill>
              <a:srgbClr val="EE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